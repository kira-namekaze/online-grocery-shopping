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media/image2.jpg" ContentType="image/jpg"/>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6" r:id="rId1"/>
  </p:sldMasterIdLst>
  <p:sldIdLst>
    <p:sldId id="256" r:id="rId2"/>
    <p:sldId id="257" r:id="rId3"/>
    <p:sldId id="258" r:id="rId4"/>
    <p:sldId id="259" r:id="rId5"/>
    <p:sldId id="271" r:id="rId6"/>
    <p:sldId id="272" r:id="rId7"/>
    <p:sldId id="273" r:id="rId8"/>
    <p:sldId id="267" r:id="rId9"/>
    <p:sldId id="268" r:id="rId10"/>
    <p:sldId id="269" r:id="rId11"/>
    <p:sldId id="270" r:id="rId12"/>
  </p:sldIdLst>
  <p:sldSz cx="12192000" cy="6858000"/>
  <p:notesSz cx="12192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2F6CDAF-1038-417C-921B-649C14B3F66C}" v="7" dt="2024-12-07T13:40:24.004"/>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4207" autoAdjust="0"/>
  </p:normalViewPr>
  <p:slideViewPr>
    <p:cSldViewPr>
      <p:cViewPr varScale="1">
        <p:scale>
          <a:sx n="82" d="100"/>
          <a:sy n="82" d="100"/>
        </p:scale>
        <p:origin x="691" y="-528"/>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aman kumar" userId="c0f8b12bbe60267b" providerId="LiveId" clId="{A2F6CDAF-1038-417C-921B-649C14B3F66C}"/>
    <pc:docChg chg="custSel addSld delSld modSld">
      <pc:chgData name="Naman kumar" userId="c0f8b12bbe60267b" providerId="LiveId" clId="{A2F6CDAF-1038-417C-921B-649C14B3F66C}" dt="2024-12-07T13:40:30.112" v="126" actId="1076"/>
      <pc:docMkLst>
        <pc:docMk/>
      </pc:docMkLst>
      <pc:sldChg chg="delSp del mod delAnim">
        <pc:chgData name="Naman kumar" userId="c0f8b12bbe60267b" providerId="LiveId" clId="{A2F6CDAF-1038-417C-921B-649C14B3F66C}" dt="2024-12-07T13:30:23.323" v="9" actId="47"/>
        <pc:sldMkLst>
          <pc:docMk/>
          <pc:sldMk cId="0" sldId="261"/>
        </pc:sldMkLst>
        <pc:picChg chg="del">
          <ac:chgData name="Naman kumar" userId="c0f8b12bbe60267b" providerId="LiveId" clId="{A2F6CDAF-1038-417C-921B-649C14B3F66C}" dt="2024-12-07T13:30:07.600" v="0" actId="478"/>
          <ac:picMkLst>
            <pc:docMk/>
            <pc:sldMk cId="0" sldId="261"/>
            <ac:picMk id="5" creationId="{C265E590-3667-114A-589E-161DB54708F0}"/>
          </ac:picMkLst>
        </pc:picChg>
      </pc:sldChg>
      <pc:sldChg chg="delSp del mod delAnim">
        <pc:chgData name="Naman kumar" userId="c0f8b12bbe60267b" providerId="LiveId" clId="{A2F6CDAF-1038-417C-921B-649C14B3F66C}" dt="2024-12-07T13:30:24.412" v="10" actId="47"/>
        <pc:sldMkLst>
          <pc:docMk/>
          <pc:sldMk cId="0" sldId="262"/>
        </pc:sldMkLst>
        <pc:picChg chg="del">
          <ac:chgData name="Naman kumar" userId="c0f8b12bbe60267b" providerId="LiveId" clId="{A2F6CDAF-1038-417C-921B-649C14B3F66C}" dt="2024-12-07T13:30:09.233" v="1" actId="478"/>
          <ac:picMkLst>
            <pc:docMk/>
            <pc:sldMk cId="0" sldId="262"/>
            <ac:picMk id="6" creationId="{4DAD43F1-9242-1013-06E0-9AC36C874BCB}"/>
          </ac:picMkLst>
        </pc:picChg>
      </pc:sldChg>
      <pc:sldChg chg="delSp del mod delAnim">
        <pc:chgData name="Naman kumar" userId="c0f8b12bbe60267b" providerId="LiveId" clId="{A2F6CDAF-1038-417C-921B-649C14B3F66C}" dt="2024-12-07T13:30:25.955" v="12" actId="47"/>
        <pc:sldMkLst>
          <pc:docMk/>
          <pc:sldMk cId="0" sldId="263"/>
        </pc:sldMkLst>
        <pc:picChg chg="del">
          <ac:chgData name="Naman kumar" userId="c0f8b12bbe60267b" providerId="LiveId" clId="{A2F6CDAF-1038-417C-921B-649C14B3F66C}" dt="2024-12-07T13:30:12.865" v="3" actId="478"/>
          <ac:picMkLst>
            <pc:docMk/>
            <pc:sldMk cId="0" sldId="263"/>
            <ac:picMk id="8" creationId="{86259182-1246-AFDD-4030-EA5C07942B45}"/>
          </ac:picMkLst>
        </pc:picChg>
      </pc:sldChg>
      <pc:sldChg chg="delSp del mod delAnim">
        <pc:chgData name="Naman kumar" userId="c0f8b12bbe60267b" providerId="LiveId" clId="{A2F6CDAF-1038-417C-921B-649C14B3F66C}" dt="2024-12-07T13:30:26.709" v="13" actId="47"/>
        <pc:sldMkLst>
          <pc:docMk/>
          <pc:sldMk cId="0" sldId="264"/>
        </pc:sldMkLst>
        <pc:picChg chg="del">
          <ac:chgData name="Naman kumar" userId="c0f8b12bbe60267b" providerId="LiveId" clId="{A2F6CDAF-1038-417C-921B-649C14B3F66C}" dt="2024-12-07T13:30:15.056" v="4" actId="478"/>
          <ac:picMkLst>
            <pc:docMk/>
            <pc:sldMk cId="0" sldId="264"/>
            <ac:picMk id="6" creationId="{27DD070F-9BD5-41B5-967D-3AD2BCCC89CD}"/>
          </ac:picMkLst>
        </pc:picChg>
      </pc:sldChg>
      <pc:sldChg chg="delSp modSp del mod delAnim">
        <pc:chgData name="Naman kumar" userId="c0f8b12bbe60267b" providerId="LiveId" clId="{A2F6CDAF-1038-417C-921B-649C14B3F66C}" dt="2024-12-07T13:30:27.446" v="14" actId="47"/>
        <pc:sldMkLst>
          <pc:docMk/>
          <pc:sldMk cId="0" sldId="265"/>
        </pc:sldMkLst>
        <pc:picChg chg="del mod">
          <ac:chgData name="Naman kumar" userId="c0f8b12bbe60267b" providerId="LiveId" clId="{A2F6CDAF-1038-417C-921B-649C14B3F66C}" dt="2024-12-07T13:30:16.501" v="6" actId="478"/>
          <ac:picMkLst>
            <pc:docMk/>
            <pc:sldMk cId="0" sldId="265"/>
            <ac:picMk id="6" creationId="{1A73D31A-DD76-F810-94C1-B781ADB79C03}"/>
          </ac:picMkLst>
        </pc:picChg>
      </pc:sldChg>
      <pc:sldChg chg="delSp del mod delAnim">
        <pc:chgData name="Naman kumar" userId="c0f8b12bbe60267b" providerId="LiveId" clId="{A2F6CDAF-1038-417C-921B-649C14B3F66C}" dt="2024-12-07T13:30:28.205" v="15" actId="47"/>
        <pc:sldMkLst>
          <pc:docMk/>
          <pc:sldMk cId="0" sldId="266"/>
        </pc:sldMkLst>
        <pc:picChg chg="del">
          <ac:chgData name="Naman kumar" userId="c0f8b12bbe60267b" providerId="LiveId" clId="{A2F6CDAF-1038-417C-921B-649C14B3F66C}" dt="2024-12-07T13:30:17.925" v="7" actId="478"/>
          <ac:picMkLst>
            <pc:docMk/>
            <pc:sldMk cId="0" sldId="266"/>
            <ac:picMk id="6" creationId="{AC76681D-B419-AAC4-B5A5-74566AC2820B}"/>
          </ac:picMkLst>
        </pc:picChg>
      </pc:sldChg>
      <pc:sldChg chg="addSp delSp modSp new mod">
        <pc:chgData name="Naman kumar" userId="c0f8b12bbe60267b" providerId="LiveId" clId="{A2F6CDAF-1038-417C-921B-649C14B3F66C}" dt="2024-12-07T13:34:32.692" v="64" actId="1076"/>
        <pc:sldMkLst>
          <pc:docMk/>
          <pc:sldMk cId="1697740685" sldId="271"/>
        </pc:sldMkLst>
        <pc:spChg chg="mod">
          <ac:chgData name="Naman kumar" userId="c0f8b12bbe60267b" providerId="LiveId" clId="{A2F6CDAF-1038-417C-921B-649C14B3F66C}" dt="2024-12-07T13:31:55.158" v="33" actId="1076"/>
          <ac:spMkLst>
            <pc:docMk/>
            <pc:sldMk cId="1697740685" sldId="271"/>
            <ac:spMk id="2" creationId="{40802E00-C487-2D5A-8AC3-52F516016FFF}"/>
          </ac:spMkLst>
        </pc:spChg>
        <pc:spChg chg="del">
          <ac:chgData name="Naman kumar" userId="c0f8b12bbe60267b" providerId="LiveId" clId="{A2F6CDAF-1038-417C-921B-649C14B3F66C}" dt="2024-12-07T13:31:35.780" v="26" actId="931"/>
          <ac:spMkLst>
            <pc:docMk/>
            <pc:sldMk cId="1697740685" sldId="271"/>
            <ac:spMk id="3" creationId="{D6FDAA9F-0864-BBF0-FFC7-B1C945EC0E4B}"/>
          </ac:spMkLst>
        </pc:spChg>
        <pc:spChg chg="add del mod">
          <ac:chgData name="Naman kumar" userId="c0f8b12bbe60267b" providerId="LiveId" clId="{A2F6CDAF-1038-417C-921B-649C14B3F66C}" dt="2024-12-07T13:33:59.910" v="42" actId="931"/>
          <ac:spMkLst>
            <pc:docMk/>
            <pc:sldMk cId="1697740685" sldId="271"/>
            <ac:spMk id="7" creationId="{8BC76B23-AF9C-A2DC-9002-234866AF2942}"/>
          </ac:spMkLst>
        </pc:spChg>
        <pc:spChg chg="add mod">
          <ac:chgData name="Naman kumar" userId="c0f8b12bbe60267b" providerId="LiveId" clId="{A2F6CDAF-1038-417C-921B-649C14B3F66C}" dt="2024-12-07T13:34:32.692" v="64" actId="1076"/>
          <ac:spMkLst>
            <pc:docMk/>
            <pc:sldMk cId="1697740685" sldId="271"/>
            <ac:spMk id="10" creationId="{77A51E13-EA5F-D069-4D6F-BA356BF44ED7}"/>
          </ac:spMkLst>
        </pc:spChg>
        <pc:picChg chg="add del mod">
          <ac:chgData name="Naman kumar" userId="c0f8b12bbe60267b" providerId="LiveId" clId="{A2F6CDAF-1038-417C-921B-649C14B3F66C}" dt="2024-12-07T13:32:59.893" v="41" actId="478"/>
          <ac:picMkLst>
            <pc:docMk/>
            <pc:sldMk cId="1697740685" sldId="271"/>
            <ac:picMk id="5" creationId="{0647DDB8-1F9D-49CC-9D9F-E0B16E84EE12}"/>
          </ac:picMkLst>
        </pc:picChg>
        <pc:picChg chg="add mod">
          <ac:chgData name="Naman kumar" userId="c0f8b12bbe60267b" providerId="LiveId" clId="{A2F6CDAF-1038-417C-921B-649C14B3F66C}" dt="2024-12-07T13:34:09.726" v="46" actId="1076"/>
          <ac:picMkLst>
            <pc:docMk/>
            <pc:sldMk cId="1697740685" sldId="271"/>
            <ac:picMk id="9" creationId="{32A60D2C-6A48-FB0A-70FA-8376C4682390}"/>
          </ac:picMkLst>
        </pc:picChg>
      </pc:sldChg>
      <pc:sldChg chg="delSp del mod delAnim">
        <pc:chgData name="Naman kumar" userId="c0f8b12bbe60267b" providerId="LiveId" clId="{A2F6CDAF-1038-417C-921B-649C14B3F66C}" dt="2024-12-07T13:30:29.479" v="16" actId="47"/>
        <pc:sldMkLst>
          <pc:docMk/>
          <pc:sldMk cId="2774264308" sldId="271"/>
        </pc:sldMkLst>
        <pc:picChg chg="del">
          <ac:chgData name="Naman kumar" userId="c0f8b12bbe60267b" providerId="LiveId" clId="{A2F6CDAF-1038-417C-921B-649C14B3F66C}" dt="2024-12-07T13:30:19.086" v="8" actId="478"/>
          <ac:picMkLst>
            <pc:docMk/>
            <pc:sldMk cId="2774264308" sldId="271"/>
            <ac:picMk id="5" creationId="{A3592125-4172-1411-DC84-25A2B28A3B0B}"/>
          </ac:picMkLst>
        </pc:picChg>
      </pc:sldChg>
      <pc:sldChg chg="addSp delSp modSp new mod">
        <pc:chgData name="Naman kumar" userId="c0f8b12bbe60267b" providerId="LiveId" clId="{A2F6CDAF-1038-417C-921B-649C14B3F66C}" dt="2024-12-07T13:38:19.956" v="99" actId="14100"/>
        <pc:sldMkLst>
          <pc:docMk/>
          <pc:sldMk cId="185520303" sldId="272"/>
        </pc:sldMkLst>
        <pc:spChg chg="mod">
          <ac:chgData name="Naman kumar" userId="c0f8b12bbe60267b" providerId="LiveId" clId="{A2F6CDAF-1038-417C-921B-649C14B3F66C}" dt="2024-12-07T13:37:44.670" v="80" actId="14100"/>
          <ac:spMkLst>
            <pc:docMk/>
            <pc:sldMk cId="185520303" sldId="272"/>
            <ac:spMk id="2" creationId="{A10CDEB8-9F5D-ED3E-1E6E-1B483AA95345}"/>
          </ac:spMkLst>
        </pc:spChg>
        <pc:spChg chg="del">
          <ac:chgData name="Naman kumar" userId="c0f8b12bbe60267b" providerId="LiveId" clId="{A2F6CDAF-1038-417C-921B-649C14B3F66C}" dt="2024-12-07T13:37:20.879" v="72" actId="931"/>
          <ac:spMkLst>
            <pc:docMk/>
            <pc:sldMk cId="185520303" sldId="272"/>
            <ac:spMk id="3" creationId="{BABB4F30-DCB1-6D44-FE53-2648FC4FD984}"/>
          </ac:spMkLst>
        </pc:spChg>
        <pc:spChg chg="add mod">
          <ac:chgData name="Naman kumar" userId="c0f8b12bbe60267b" providerId="LiveId" clId="{A2F6CDAF-1038-417C-921B-649C14B3F66C}" dt="2024-12-07T13:38:10.674" v="97" actId="1076"/>
          <ac:spMkLst>
            <pc:docMk/>
            <pc:sldMk cId="185520303" sldId="272"/>
            <ac:spMk id="6" creationId="{2AB25325-1FF3-573C-F8E2-13E66FCB8B25}"/>
          </ac:spMkLst>
        </pc:spChg>
        <pc:picChg chg="add mod">
          <ac:chgData name="Naman kumar" userId="c0f8b12bbe60267b" providerId="LiveId" clId="{A2F6CDAF-1038-417C-921B-649C14B3F66C}" dt="2024-12-07T13:38:19.956" v="99" actId="14100"/>
          <ac:picMkLst>
            <pc:docMk/>
            <pc:sldMk cId="185520303" sldId="272"/>
            <ac:picMk id="5" creationId="{C3A60182-3BE4-C31A-D03A-89AC71FBA38B}"/>
          </ac:picMkLst>
        </pc:picChg>
      </pc:sldChg>
      <pc:sldChg chg="delSp del mod delAnim">
        <pc:chgData name="Naman kumar" userId="c0f8b12bbe60267b" providerId="LiveId" clId="{A2F6CDAF-1038-417C-921B-649C14B3F66C}" dt="2024-12-07T13:30:25.232" v="11" actId="47"/>
        <pc:sldMkLst>
          <pc:docMk/>
          <pc:sldMk cId="1267924910" sldId="272"/>
        </pc:sldMkLst>
        <pc:picChg chg="del">
          <ac:chgData name="Naman kumar" userId="c0f8b12bbe60267b" providerId="LiveId" clId="{A2F6CDAF-1038-417C-921B-649C14B3F66C}" dt="2024-12-07T13:30:10.843" v="2" actId="478"/>
          <ac:picMkLst>
            <pc:docMk/>
            <pc:sldMk cId="1267924910" sldId="272"/>
            <ac:picMk id="5" creationId="{45057C55-7A1E-7433-E427-2797E53F95B1}"/>
          </ac:picMkLst>
        </pc:picChg>
      </pc:sldChg>
      <pc:sldChg chg="addSp delSp modSp new mod">
        <pc:chgData name="Naman kumar" userId="c0f8b12bbe60267b" providerId="LiveId" clId="{A2F6CDAF-1038-417C-921B-649C14B3F66C}" dt="2024-12-07T13:40:30.112" v="126" actId="1076"/>
        <pc:sldMkLst>
          <pc:docMk/>
          <pc:sldMk cId="2934465169" sldId="273"/>
        </pc:sldMkLst>
        <pc:spChg chg="mod">
          <ac:chgData name="Naman kumar" userId="c0f8b12bbe60267b" providerId="LiveId" clId="{A2F6CDAF-1038-417C-921B-649C14B3F66C}" dt="2024-12-07T13:38:42.089" v="110" actId="115"/>
          <ac:spMkLst>
            <pc:docMk/>
            <pc:sldMk cId="2934465169" sldId="273"/>
            <ac:spMk id="2" creationId="{7971C4FB-92C2-5B26-6011-D2D796EB3629}"/>
          </ac:spMkLst>
        </pc:spChg>
        <pc:spChg chg="del">
          <ac:chgData name="Naman kumar" userId="c0f8b12bbe60267b" providerId="LiveId" clId="{A2F6CDAF-1038-417C-921B-649C14B3F66C}" dt="2024-12-07T13:40:11.496" v="111" actId="931"/>
          <ac:spMkLst>
            <pc:docMk/>
            <pc:sldMk cId="2934465169" sldId="273"/>
            <ac:spMk id="3" creationId="{C9B537C2-F913-A4F6-DB44-DB7A3B728B91}"/>
          </ac:spMkLst>
        </pc:spChg>
        <pc:spChg chg="add mod">
          <ac:chgData name="Naman kumar" userId="c0f8b12bbe60267b" providerId="LiveId" clId="{A2F6CDAF-1038-417C-921B-649C14B3F66C}" dt="2024-12-07T13:40:30.112" v="126" actId="1076"/>
          <ac:spMkLst>
            <pc:docMk/>
            <pc:sldMk cId="2934465169" sldId="273"/>
            <ac:spMk id="6" creationId="{74C93F7B-AB20-8D53-28B7-78BDCF90B01F}"/>
          </ac:spMkLst>
        </pc:spChg>
        <pc:picChg chg="add mod">
          <ac:chgData name="Naman kumar" userId="c0f8b12bbe60267b" providerId="LiveId" clId="{A2F6CDAF-1038-417C-921B-649C14B3F66C}" dt="2024-12-07T13:40:19.941" v="115" actId="1076"/>
          <ac:picMkLst>
            <pc:docMk/>
            <pc:sldMk cId="2934465169" sldId="273"/>
            <ac:picMk id="5" creationId="{2DC52E71-CCE2-1D4E-9D63-F85CE884213C}"/>
          </ac:picMkLst>
        </pc:picChg>
      </pc:sldChg>
      <pc:sldMasterChg chg="delSldLayout">
        <pc:chgData name="Naman kumar" userId="c0f8b12bbe60267b" providerId="LiveId" clId="{A2F6CDAF-1038-417C-921B-649C14B3F66C}" dt="2024-12-07T13:30:28.205" v="15" actId="47"/>
        <pc:sldMasterMkLst>
          <pc:docMk/>
          <pc:sldMasterMk cId="4037025395" sldId="2147483666"/>
        </pc:sldMasterMkLst>
        <pc:sldLayoutChg chg="del">
          <pc:chgData name="Naman kumar" userId="c0f8b12bbe60267b" providerId="LiveId" clId="{A2F6CDAF-1038-417C-921B-649C14B3F66C}" dt="2024-12-07T13:30:28.205" v="15" actId="47"/>
          <pc:sldLayoutMkLst>
            <pc:docMk/>
            <pc:sldMasterMk cId="4037025395" sldId="2147483666"/>
            <pc:sldLayoutMk cId="3149624411" sldId="2147483678"/>
          </pc:sldLayoutMkLst>
        </pc:sldLayoutChg>
      </pc:sldMasterChg>
    </pc:docChg>
  </pc:docChgLst>
  <pc:docChgLst>
    <pc:chgData name="Indranil Nandy" userId="6f8667433f41bfad" providerId="LiveId" clId="{DE41D29A-B89E-4AA1-9256-BA3E2A52E51B}"/>
    <pc:docChg chg="undo custSel addSld delSld modSld">
      <pc:chgData name="Indranil Nandy" userId="6f8667433f41bfad" providerId="LiveId" clId="{DE41D29A-B89E-4AA1-9256-BA3E2A52E51B}" dt="2024-12-04T16:21:58.532" v="1866" actId="255"/>
      <pc:docMkLst>
        <pc:docMk/>
      </pc:docMkLst>
      <pc:sldChg chg="modSp mod">
        <pc:chgData name="Indranil Nandy" userId="6f8667433f41bfad" providerId="LiveId" clId="{DE41D29A-B89E-4AA1-9256-BA3E2A52E51B}" dt="2024-12-04T15:24:22.014" v="1228" actId="14100"/>
        <pc:sldMkLst>
          <pc:docMk/>
          <pc:sldMk cId="0" sldId="257"/>
        </pc:sldMkLst>
        <pc:spChg chg="mod">
          <ac:chgData name="Indranil Nandy" userId="6f8667433f41bfad" providerId="LiveId" clId="{DE41D29A-B89E-4AA1-9256-BA3E2A52E51B}" dt="2024-12-04T15:24:05.184" v="1226" actId="113"/>
          <ac:spMkLst>
            <pc:docMk/>
            <pc:sldMk cId="0" sldId="257"/>
            <ac:spMk id="2" creationId="{00000000-0000-0000-0000-000000000000}"/>
          </ac:spMkLst>
        </pc:spChg>
        <pc:spChg chg="mod">
          <ac:chgData name="Indranil Nandy" userId="6f8667433f41bfad" providerId="LiveId" clId="{DE41D29A-B89E-4AA1-9256-BA3E2A52E51B}" dt="2024-12-04T15:24:22.014" v="1228" actId="14100"/>
          <ac:spMkLst>
            <pc:docMk/>
            <pc:sldMk cId="0" sldId="257"/>
            <ac:spMk id="3" creationId="{00000000-0000-0000-0000-000000000000}"/>
          </ac:spMkLst>
        </pc:spChg>
      </pc:sldChg>
      <pc:sldChg chg="addSp delSp modSp mod delAnim modAnim">
        <pc:chgData name="Indranil Nandy" userId="6f8667433f41bfad" providerId="LiveId" clId="{DE41D29A-B89E-4AA1-9256-BA3E2A52E51B}" dt="2024-12-04T15:23:40.486" v="1224" actId="1076"/>
        <pc:sldMkLst>
          <pc:docMk/>
          <pc:sldMk cId="0" sldId="258"/>
        </pc:sldMkLst>
        <pc:spChg chg="mod">
          <ac:chgData name="Indranil Nandy" userId="6f8667433f41bfad" providerId="LiveId" clId="{DE41D29A-B89E-4AA1-9256-BA3E2A52E51B}" dt="2024-12-04T15:23:40.486" v="1224" actId="1076"/>
          <ac:spMkLst>
            <pc:docMk/>
            <pc:sldMk cId="0" sldId="258"/>
            <ac:spMk id="2" creationId="{00000000-0000-0000-0000-000000000000}"/>
          </ac:spMkLst>
        </pc:spChg>
        <pc:spChg chg="del mod">
          <ac:chgData name="Indranil Nandy" userId="6f8667433f41bfad" providerId="LiveId" clId="{DE41D29A-B89E-4AA1-9256-BA3E2A52E51B}" dt="2024-12-04T14:47:42.808" v="6"/>
          <ac:spMkLst>
            <pc:docMk/>
            <pc:sldMk cId="0" sldId="258"/>
            <ac:spMk id="3" creationId="{00000000-0000-0000-0000-000000000000}"/>
          </ac:spMkLst>
        </pc:spChg>
        <pc:spChg chg="add del mod">
          <ac:chgData name="Indranil Nandy" userId="6f8667433f41bfad" providerId="LiveId" clId="{DE41D29A-B89E-4AA1-9256-BA3E2A52E51B}" dt="2024-12-04T14:48:24.654" v="12"/>
          <ac:spMkLst>
            <pc:docMk/>
            <pc:sldMk cId="0" sldId="258"/>
            <ac:spMk id="4" creationId="{ADE42893-83C0-95C8-26D3-2AFC12476D53}"/>
          </ac:spMkLst>
        </pc:spChg>
        <pc:spChg chg="add mod">
          <ac:chgData name="Indranil Nandy" userId="6f8667433f41bfad" providerId="LiveId" clId="{DE41D29A-B89E-4AA1-9256-BA3E2A52E51B}" dt="2024-12-04T15:23:31.701" v="1223" actId="1076"/>
          <ac:spMkLst>
            <pc:docMk/>
            <pc:sldMk cId="0" sldId="258"/>
            <ac:spMk id="5" creationId="{9D9AF510-F7DA-E94A-2AE3-64EB3C942C0E}"/>
          </ac:spMkLst>
        </pc:spChg>
      </pc:sldChg>
      <pc:sldChg chg="addSp delSp modSp mod delAnim modAnim">
        <pc:chgData name="Indranil Nandy" userId="6f8667433f41bfad" providerId="LiveId" clId="{DE41D29A-B89E-4AA1-9256-BA3E2A52E51B}" dt="2024-12-04T15:50:55.280" v="1602" actId="14100"/>
        <pc:sldMkLst>
          <pc:docMk/>
          <pc:sldMk cId="0" sldId="259"/>
        </pc:sldMkLst>
        <pc:spChg chg="mod">
          <ac:chgData name="Indranil Nandy" userId="6f8667433f41bfad" providerId="LiveId" clId="{DE41D29A-B89E-4AA1-9256-BA3E2A52E51B}" dt="2024-12-04T15:31:24.688" v="1261" actId="1076"/>
          <ac:spMkLst>
            <pc:docMk/>
            <pc:sldMk cId="0" sldId="259"/>
            <ac:spMk id="2" creationId="{00000000-0000-0000-0000-000000000000}"/>
          </ac:spMkLst>
        </pc:spChg>
        <pc:spChg chg="del mod">
          <ac:chgData name="Indranil Nandy" userId="6f8667433f41bfad" providerId="LiveId" clId="{DE41D29A-B89E-4AA1-9256-BA3E2A52E51B}" dt="2024-12-04T15:25:26.361" v="1238"/>
          <ac:spMkLst>
            <pc:docMk/>
            <pc:sldMk cId="0" sldId="259"/>
            <ac:spMk id="3" creationId="{00000000-0000-0000-0000-000000000000}"/>
          </ac:spMkLst>
        </pc:spChg>
        <pc:spChg chg="add del mod">
          <ac:chgData name="Indranil Nandy" userId="6f8667433f41bfad" providerId="LiveId" clId="{DE41D29A-B89E-4AA1-9256-BA3E2A52E51B}" dt="2024-12-04T15:25:45.149" v="1242"/>
          <ac:spMkLst>
            <pc:docMk/>
            <pc:sldMk cId="0" sldId="259"/>
            <ac:spMk id="4" creationId="{D2AA0455-D9E1-08E9-C5C3-151A36AC0F57}"/>
          </ac:spMkLst>
        </pc:spChg>
        <pc:spChg chg="add mod">
          <ac:chgData name="Indranil Nandy" userId="6f8667433f41bfad" providerId="LiveId" clId="{DE41D29A-B89E-4AA1-9256-BA3E2A52E51B}" dt="2024-12-04T15:50:55.280" v="1602" actId="14100"/>
          <ac:spMkLst>
            <pc:docMk/>
            <pc:sldMk cId="0" sldId="259"/>
            <ac:spMk id="5" creationId="{3D20DD1A-DB64-1E5B-0B21-D5747CA79696}"/>
          </ac:spMkLst>
        </pc:spChg>
      </pc:sldChg>
      <pc:sldChg chg="del">
        <pc:chgData name="Indranil Nandy" userId="6f8667433f41bfad" providerId="LiveId" clId="{DE41D29A-B89E-4AA1-9256-BA3E2A52E51B}" dt="2024-12-04T15:25:49.691" v="1243" actId="2696"/>
        <pc:sldMkLst>
          <pc:docMk/>
          <pc:sldMk cId="0" sldId="260"/>
        </pc:sldMkLst>
      </pc:sldChg>
      <pc:sldChg chg="addSp delSp modSp mod delAnim modAnim">
        <pc:chgData name="Indranil Nandy" userId="6f8667433f41bfad" providerId="LiveId" clId="{DE41D29A-B89E-4AA1-9256-BA3E2A52E51B}" dt="2024-12-04T16:11:51.978" v="1728" actId="20577"/>
        <pc:sldMkLst>
          <pc:docMk/>
          <pc:sldMk cId="0" sldId="267"/>
        </pc:sldMkLst>
        <pc:spChg chg="mod">
          <ac:chgData name="Indranil Nandy" userId="6f8667433f41bfad" providerId="LiveId" clId="{DE41D29A-B89E-4AA1-9256-BA3E2A52E51B}" dt="2024-12-04T15:51:39.243" v="1607" actId="115"/>
          <ac:spMkLst>
            <pc:docMk/>
            <pc:sldMk cId="0" sldId="267"/>
            <ac:spMk id="2" creationId="{00000000-0000-0000-0000-000000000000}"/>
          </ac:spMkLst>
        </pc:spChg>
        <pc:spChg chg="del mod">
          <ac:chgData name="Indranil Nandy" userId="6f8667433f41bfad" providerId="LiveId" clId="{DE41D29A-B89E-4AA1-9256-BA3E2A52E51B}" dt="2024-12-04T15:52:09.478" v="1611"/>
          <ac:spMkLst>
            <pc:docMk/>
            <pc:sldMk cId="0" sldId="267"/>
            <ac:spMk id="3" creationId="{00000000-0000-0000-0000-000000000000}"/>
          </ac:spMkLst>
        </pc:spChg>
        <pc:spChg chg="add mod">
          <ac:chgData name="Indranil Nandy" userId="6f8667433f41bfad" providerId="LiveId" clId="{DE41D29A-B89E-4AA1-9256-BA3E2A52E51B}" dt="2024-12-04T16:11:51.978" v="1728" actId="20577"/>
          <ac:spMkLst>
            <pc:docMk/>
            <pc:sldMk cId="0" sldId="267"/>
            <ac:spMk id="3" creationId="{4C3E1322-BDE0-5B22-4B30-716FF0657DFC}"/>
          </ac:spMkLst>
        </pc:spChg>
      </pc:sldChg>
      <pc:sldChg chg="addSp delSp modSp mod delAnim modAnim">
        <pc:chgData name="Indranil Nandy" userId="6f8667433f41bfad" providerId="LiveId" clId="{DE41D29A-B89E-4AA1-9256-BA3E2A52E51B}" dt="2024-12-04T16:21:58.532" v="1866" actId="255"/>
        <pc:sldMkLst>
          <pc:docMk/>
          <pc:sldMk cId="0" sldId="268"/>
        </pc:sldMkLst>
        <pc:spChg chg="mod">
          <ac:chgData name="Indranil Nandy" userId="6f8667433f41bfad" providerId="LiveId" clId="{DE41D29A-B89E-4AA1-9256-BA3E2A52E51B}" dt="2024-12-04T16:18:18.567" v="1773" actId="20577"/>
          <ac:spMkLst>
            <pc:docMk/>
            <pc:sldMk cId="0" sldId="268"/>
            <ac:spMk id="2" creationId="{00000000-0000-0000-0000-000000000000}"/>
          </ac:spMkLst>
        </pc:spChg>
        <pc:spChg chg="del mod">
          <ac:chgData name="Indranil Nandy" userId="6f8667433f41bfad" providerId="LiveId" clId="{DE41D29A-B89E-4AA1-9256-BA3E2A52E51B}" dt="2024-12-04T16:12:52.245" v="1736"/>
          <ac:spMkLst>
            <pc:docMk/>
            <pc:sldMk cId="0" sldId="268"/>
            <ac:spMk id="3" creationId="{00000000-0000-0000-0000-000000000000}"/>
          </ac:spMkLst>
        </pc:spChg>
        <pc:spChg chg="add mod">
          <ac:chgData name="Indranil Nandy" userId="6f8667433f41bfad" providerId="LiveId" clId="{DE41D29A-B89E-4AA1-9256-BA3E2A52E51B}" dt="2024-12-04T16:21:58.532" v="1866" actId="255"/>
          <ac:spMkLst>
            <pc:docMk/>
            <pc:sldMk cId="0" sldId="268"/>
            <ac:spMk id="4" creationId="{63D5FFC4-4B93-49BF-09E4-5E36ACFA8A61}"/>
          </ac:spMkLst>
        </pc:spChg>
        <pc:spChg chg="add mod">
          <ac:chgData name="Indranil Nandy" userId="6f8667433f41bfad" providerId="LiveId" clId="{DE41D29A-B89E-4AA1-9256-BA3E2A52E51B}" dt="2024-12-04T16:19:18.409" v="1835" actId="14100"/>
          <ac:spMkLst>
            <pc:docMk/>
            <pc:sldMk cId="0" sldId="268"/>
            <ac:spMk id="5" creationId="{27D7D4F6-C963-AD55-A451-E7E554BF3440}"/>
          </ac:spMkLst>
        </pc:spChg>
      </pc:sldChg>
      <pc:sldChg chg="modSp mod">
        <pc:chgData name="Indranil Nandy" userId="6f8667433f41bfad" providerId="LiveId" clId="{DE41D29A-B89E-4AA1-9256-BA3E2A52E51B}" dt="2024-12-04T15:42:53.446" v="1403" actId="113"/>
        <pc:sldMkLst>
          <pc:docMk/>
          <pc:sldMk cId="0" sldId="269"/>
        </pc:sldMkLst>
        <pc:spChg chg="mod">
          <ac:chgData name="Indranil Nandy" userId="6f8667433f41bfad" providerId="LiveId" clId="{DE41D29A-B89E-4AA1-9256-BA3E2A52E51B}" dt="2024-12-04T15:40:08.491" v="1345" actId="1076"/>
          <ac:spMkLst>
            <pc:docMk/>
            <pc:sldMk cId="0" sldId="269"/>
            <ac:spMk id="2" creationId="{00000000-0000-0000-0000-000000000000}"/>
          </ac:spMkLst>
        </pc:spChg>
        <pc:spChg chg="mod">
          <ac:chgData name="Indranil Nandy" userId="6f8667433f41bfad" providerId="LiveId" clId="{DE41D29A-B89E-4AA1-9256-BA3E2A52E51B}" dt="2024-12-04T15:42:53.446" v="1403" actId="113"/>
          <ac:spMkLst>
            <pc:docMk/>
            <pc:sldMk cId="0" sldId="269"/>
            <ac:spMk id="3" creationId="{00000000-0000-0000-0000-000000000000}"/>
          </ac:spMkLst>
        </pc:spChg>
      </pc:sldChg>
      <pc:sldChg chg="new del">
        <pc:chgData name="Indranil Nandy" userId="6f8667433f41bfad" providerId="LiveId" clId="{DE41D29A-B89E-4AA1-9256-BA3E2A52E51B}" dt="2024-12-04T14:48:04.985" v="8" actId="2696"/>
        <pc:sldMkLst>
          <pc:docMk/>
          <pc:sldMk cId="3002529926" sldId="273"/>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12/7/2024</a:t>
            </a:fld>
            <a:endParaRPr lang="en-US"/>
          </a:p>
        </p:txBody>
      </p:sp>
      <p:sp>
        <p:nvSpPr>
          <p:cNvPr id="5" name="Footer Placeholder 4"/>
          <p:cNvSpPr>
            <a:spLocks noGrp="1"/>
          </p:cNvSpPr>
          <p:nvPr>
            <p:ph type="ftr" sz="quarter" idx="11"/>
          </p:nvPr>
        </p:nvSpPr>
        <p:spPr>
          <a:xfrm>
            <a:off x="2416500" y="329307"/>
            <a:ext cx="4973915" cy="309201"/>
          </a:xfrm>
        </p:spPr>
        <p:txBody>
          <a:bodyPr/>
          <a:lstStyle/>
          <a:p>
            <a:endParaRPr lang="en-IN"/>
          </a:p>
        </p:txBody>
      </p:sp>
      <p:sp>
        <p:nvSpPr>
          <p:cNvPr id="6" name="Slide Number Placeholder 5"/>
          <p:cNvSpPr>
            <a:spLocks noGrp="1"/>
          </p:cNvSpPr>
          <p:nvPr>
            <p:ph type="sldNum" sz="quarter" idx="12"/>
          </p:nvPr>
        </p:nvSpPr>
        <p:spPr>
          <a:xfrm>
            <a:off x="1437664" y="798973"/>
            <a:ext cx="811019" cy="503578"/>
          </a:xfrm>
        </p:spPr>
        <p:txBody>
          <a:bodyPr/>
          <a:lstStyle/>
          <a:p>
            <a:fld id="{B6F15528-21DE-4FAA-801E-634DDDAF4B2B}" type="slidenum">
              <a:rPr lang="en-IN" smtClean="0"/>
              <a:t>‹#›</a:t>
            </a:fld>
            <a:endParaRPr lang="en-IN"/>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847981832"/>
      </p:ext>
    </p:extLst>
  </p:cSld>
  <p:clrMapOvr>
    <a:masterClrMapping/>
  </p:clrMapOvr>
  <p:transition spd="slow">
    <p:push dir="u"/>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12/7/2024</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92516508"/>
      </p:ext>
    </p:extLst>
  </p:cSld>
  <p:clrMapOvr>
    <a:masterClrMapping/>
  </p:clrMapOvr>
  <p:transition spd="slow">
    <p:push dir="u"/>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12/7/2024</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602556742"/>
      </p:ext>
    </p:extLst>
  </p:cSld>
  <p:clrMapOvr>
    <a:masterClrMapping/>
  </p:clrMapOvr>
  <p:transition spd="slow">
    <p:push dir="u"/>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t>12/7/2024</a:t>
            </a:fld>
            <a:endParaRPr lang="en-US"/>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6F15528-21DE-4FAA-801E-634DDDAF4B2B}" type="slidenum">
              <a:rPr lang="en-IN" smtClean="0"/>
              <a:t>‹#›</a:t>
            </a:fld>
            <a:endParaRPr lang="en-IN"/>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319920238"/>
      </p:ext>
    </p:extLst>
  </p:cSld>
  <p:clrMapOvr>
    <a:masterClrMapping/>
  </p:clrMapOvr>
  <p:transition spd="slow">
    <p:push dir="u"/>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t>12/7/2024</a:t>
            </a:fld>
            <a:endParaRPr lang="en-US"/>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B6F15528-21DE-4FAA-801E-634DDDAF4B2B}" type="slidenum">
              <a:rPr lang="en-IN" smtClean="0"/>
              <a:t>‹#›</a:t>
            </a:fld>
            <a:endParaRPr lang="en-IN"/>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996908457"/>
      </p:ext>
    </p:extLst>
  </p:cSld>
  <p:clrMapOvr>
    <a:masterClrMapping/>
  </p:clrMapOvr>
  <p:transition spd="slow">
    <p:push dir="u"/>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D8BD707-D9CF-40AE-B4C6-C98DA3205C09}" type="datetimeFigureOut">
              <a:rPr lang="en-US" smtClean="0"/>
              <a:t>12/7/2024</a:t>
            </a:fld>
            <a:endParaRPr lang="en-US"/>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6F15528-21DE-4FAA-801E-634DDDAF4B2B}" type="slidenum">
              <a:rPr lang="en-IN" smtClean="0"/>
              <a:t>‹#›</a:t>
            </a:fld>
            <a:endParaRPr lang="en-IN"/>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178090096"/>
      </p:ext>
    </p:extLst>
  </p:cSld>
  <p:clrMapOvr>
    <a:masterClrMapping/>
  </p:clrMapOvr>
  <p:transition spd="slow">
    <p:push dir="u"/>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t>12/7/2024</a:t>
            </a:fld>
            <a:endParaRPr lang="en-US"/>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322303754"/>
      </p:ext>
    </p:extLst>
  </p:cSld>
  <p:clrMapOvr>
    <a:masterClrMapping/>
  </p:clrMapOvr>
  <p:transition spd="slow">
    <p:push dir="u"/>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12/7/2024</a:t>
            </a:fld>
            <a:endParaRPr lang="en-US"/>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6F15528-21DE-4FAA-801E-634DDDAF4B2B}" type="slidenum">
              <a:rPr lang="en-IN" smtClean="0"/>
              <a:t>‹#›</a:t>
            </a:fld>
            <a:endParaRPr lang="en-IN"/>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805761830"/>
      </p:ext>
    </p:extLst>
  </p:cSld>
  <p:clrMapOvr>
    <a:masterClrMapping/>
  </p:clrMapOvr>
  <p:transition spd="slow">
    <p:push dir="u"/>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1D8BD707-D9CF-40AE-B4C6-C98DA3205C09}" type="datetimeFigureOut">
              <a:rPr lang="en-US" smtClean="0"/>
              <a:t>12/7/2024</a:t>
            </a:fld>
            <a:endParaRPr lang="en-US"/>
          </a:p>
        </p:txBody>
      </p:sp>
      <p:sp>
        <p:nvSpPr>
          <p:cNvPr id="6" name="Footer Placeholder 5"/>
          <p:cNvSpPr>
            <a:spLocks noGrp="1"/>
          </p:cNvSpPr>
          <p:nvPr>
            <p:ph type="ftr" sz="quarter" idx="11"/>
          </p:nvPr>
        </p:nvSpPr>
        <p:spPr>
          <a:xfrm>
            <a:off x="1447382" y="318640"/>
            <a:ext cx="5541004" cy="320931"/>
          </a:xfrm>
        </p:spPr>
        <p:txBody>
          <a:bodyPr/>
          <a:lstStyle/>
          <a:p>
            <a:endParaRPr lang="en-IN"/>
          </a:p>
        </p:txBody>
      </p:sp>
      <p:sp>
        <p:nvSpPr>
          <p:cNvPr id="7" name="Slide Number Placeholder 6"/>
          <p:cNvSpPr>
            <a:spLocks noGrp="1"/>
          </p:cNvSpPr>
          <p:nvPr>
            <p:ph type="sldNum" sz="quarter" idx="12"/>
          </p:nvPr>
        </p:nvSpPr>
        <p:spPr/>
        <p:txBody>
          <a:bodyPr/>
          <a:lstStyle/>
          <a:p>
            <a:fld id="{B6F15528-21DE-4FAA-801E-634DDDAF4B2B}" type="slidenum">
              <a:rPr lang="en-IN" smtClean="0"/>
              <a:t>‹#›</a:t>
            </a:fld>
            <a:endParaRPr lang="en-IN"/>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930980252"/>
      </p:ext>
    </p:extLst>
  </p:cSld>
  <p:clrMapOvr>
    <a:masterClrMapping/>
  </p:clrMapOvr>
  <p:transition spd="slow">
    <p:push dir="u"/>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12/7/2024</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813431392"/>
      </p:ext>
    </p:extLst>
  </p:cSld>
  <p:clrMapOvr>
    <a:masterClrMapping/>
  </p:clrMapOvr>
  <p:transition spd="slow">
    <p:push dir="u"/>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12/7/2024</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563566651"/>
      </p:ext>
    </p:extLst>
  </p:cSld>
  <p:clrMapOvr>
    <a:masterClrMapping/>
  </p:clrMapOvr>
  <p:transition spd="slow">
    <p:push dir="u"/>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1D8BD707-D9CF-40AE-B4C6-C98DA3205C09}" type="datetimeFigureOut">
              <a:rPr lang="en-US" smtClean="0"/>
              <a:t>12/7/2024</a:t>
            </a:fld>
            <a:endParaRPr lang="en-US"/>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B6F15528-21DE-4FAA-801E-634DDDAF4B2B}" type="slidenum">
              <a:rPr lang="en-IN" smtClean="0"/>
              <a:t>‹#›</a:t>
            </a:fld>
            <a:endParaRPr lang="en-IN"/>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37025395"/>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Lst>
  <p:transition spd="slow">
    <p:push dir="u"/>
  </p:transition>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geeksforgeeks.org/" TargetMode="External"/><Relationship Id="rId2" Type="http://schemas.openxmlformats.org/officeDocument/2006/relationships/hyperlink" Target="https://www.w3schools.com/" TargetMode="External"/><Relationship Id="rId1" Type="http://schemas.openxmlformats.org/officeDocument/2006/relationships/slideLayout" Target="../slideLayouts/slideLayout2.xml"/><Relationship Id="rId4" Type="http://schemas.openxmlformats.org/officeDocument/2006/relationships/hyperlink" Target="https://www.php.net/"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2209800" y="3244852"/>
            <a:ext cx="8158631" cy="843821"/>
          </a:xfrm>
          <a:prstGeom prst="rect">
            <a:avLst/>
          </a:prstGeom>
        </p:spPr>
        <p:txBody>
          <a:bodyPr vert="horz" wrap="square" lIns="0" tIns="12700" rIns="0" bIns="0" rtlCol="0">
            <a:spAutoFit/>
          </a:bodyPr>
          <a:lstStyle/>
          <a:p>
            <a:pPr marL="12700">
              <a:lnSpc>
                <a:spcPct val="100000"/>
              </a:lnSpc>
              <a:spcBef>
                <a:spcPts val="100"/>
              </a:spcBef>
            </a:pPr>
            <a:r>
              <a:rPr lang="en-IN" sz="5400" b="1" dirty="0">
                <a:latin typeface="Algerian" panose="04020705040A02060702" pitchFamily="82" charset="0"/>
              </a:rPr>
              <a:t>ONLINE GROCERY SHOP</a:t>
            </a:r>
            <a:endParaRPr sz="5400" b="1" dirty="0">
              <a:latin typeface="Algerian" panose="04020705040A02060702" pitchFamily="82" charset="0"/>
            </a:endParaRPr>
          </a:p>
        </p:txBody>
      </p:sp>
      <p:sp>
        <p:nvSpPr>
          <p:cNvPr id="4" name="object 4"/>
          <p:cNvSpPr txBox="1"/>
          <p:nvPr/>
        </p:nvSpPr>
        <p:spPr>
          <a:xfrm>
            <a:off x="8127175" y="5638800"/>
            <a:ext cx="3498215" cy="580672"/>
          </a:xfrm>
          <a:prstGeom prst="rect">
            <a:avLst/>
          </a:prstGeom>
        </p:spPr>
        <p:txBody>
          <a:bodyPr vert="horz" wrap="square" lIns="0" tIns="12700" rIns="0" bIns="0" rtlCol="0">
            <a:spAutoFit/>
          </a:bodyPr>
          <a:lstStyle/>
          <a:p>
            <a:pPr marL="12700" marR="5080">
              <a:lnSpc>
                <a:spcPct val="121900"/>
              </a:lnSpc>
              <a:spcBef>
                <a:spcPts val="100"/>
              </a:spcBef>
            </a:pPr>
            <a:r>
              <a:rPr lang="en-IN" sz="1600" b="1" spc="-80" dirty="0">
                <a:latin typeface="Tahoma"/>
                <a:cs typeface="Tahoma"/>
              </a:rPr>
              <a:t>NAMAN KUMAR</a:t>
            </a:r>
            <a:r>
              <a:rPr sz="1600" b="1" spc="-80" dirty="0">
                <a:latin typeface="Tahoma"/>
                <a:cs typeface="Tahoma"/>
              </a:rPr>
              <a:t> </a:t>
            </a:r>
            <a:r>
              <a:rPr sz="1600" b="1" spc="-40" dirty="0">
                <a:latin typeface="Tahoma"/>
                <a:cs typeface="Tahoma"/>
              </a:rPr>
              <a:t>(SBU2</a:t>
            </a:r>
            <a:r>
              <a:rPr lang="en-IN" sz="1600" b="1" spc="-40" dirty="0">
                <a:latin typeface="Tahoma"/>
                <a:cs typeface="Tahoma"/>
              </a:rPr>
              <a:t>11326</a:t>
            </a:r>
            <a:r>
              <a:rPr sz="1600" b="1" spc="-40" dirty="0">
                <a:latin typeface="Tahoma"/>
                <a:cs typeface="Tahoma"/>
              </a:rPr>
              <a:t>) </a:t>
            </a:r>
            <a:r>
              <a:rPr lang="en-IN" sz="1600" b="1" spc="-25" dirty="0">
                <a:latin typeface="Tahoma"/>
                <a:cs typeface="Tahoma"/>
              </a:rPr>
              <a:t>INDRANIL NANDY</a:t>
            </a:r>
            <a:r>
              <a:rPr sz="1600" b="1" spc="-55" dirty="0">
                <a:latin typeface="Tahoma"/>
                <a:cs typeface="Tahoma"/>
              </a:rPr>
              <a:t> </a:t>
            </a:r>
            <a:r>
              <a:rPr sz="1600" b="1" spc="-10" dirty="0">
                <a:latin typeface="Tahoma"/>
                <a:cs typeface="Tahoma"/>
              </a:rPr>
              <a:t>(SBU2</a:t>
            </a:r>
            <a:r>
              <a:rPr lang="en-IN" sz="1600" b="1" spc="-10" dirty="0">
                <a:latin typeface="Tahoma"/>
                <a:cs typeface="Tahoma"/>
              </a:rPr>
              <a:t>10309</a:t>
            </a:r>
            <a:r>
              <a:rPr sz="1600" b="1" spc="-10" dirty="0">
                <a:latin typeface="Tahoma"/>
                <a:cs typeface="Tahoma"/>
              </a:rPr>
              <a:t>)</a:t>
            </a:r>
            <a:endParaRPr sz="1600" dirty="0">
              <a:latin typeface="Tahoma"/>
              <a:cs typeface="Tahoma"/>
            </a:endParaRPr>
          </a:p>
        </p:txBody>
      </p:sp>
      <p:sp>
        <p:nvSpPr>
          <p:cNvPr id="5" name="object 5"/>
          <p:cNvSpPr txBox="1"/>
          <p:nvPr/>
        </p:nvSpPr>
        <p:spPr>
          <a:xfrm>
            <a:off x="762000" y="4800600"/>
            <a:ext cx="2374900" cy="452120"/>
          </a:xfrm>
          <a:prstGeom prst="rect">
            <a:avLst/>
          </a:prstGeom>
        </p:spPr>
        <p:txBody>
          <a:bodyPr vert="horz" wrap="square" lIns="0" tIns="12065" rIns="0" bIns="0" rtlCol="0">
            <a:spAutoFit/>
          </a:bodyPr>
          <a:lstStyle/>
          <a:p>
            <a:pPr marL="12700">
              <a:lnSpc>
                <a:spcPct val="100000"/>
              </a:lnSpc>
              <a:spcBef>
                <a:spcPts val="95"/>
              </a:spcBef>
              <a:tabLst>
                <a:tab pos="2154555" algn="l"/>
              </a:tabLst>
            </a:pPr>
            <a:r>
              <a:rPr sz="2800" b="1" spc="-10" dirty="0">
                <a:latin typeface="Calibri"/>
                <a:cs typeface="Calibri"/>
              </a:rPr>
              <a:t>Submitted</a:t>
            </a:r>
            <a:r>
              <a:rPr sz="2800" b="1" spc="-90" dirty="0">
                <a:latin typeface="Calibri"/>
                <a:cs typeface="Calibri"/>
              </a:rPr>
              <a:t> </a:t>
            </a:r>
            <a:r>
              <a:rPr sz="2800" b="1" spc="-25" dirty="0">
                <a:latin typeface="Calibri"/>
                <a:cs typeface="Calibri"/>
              </a:rPr>
              <a:t>By</a:t>
            </a:r>
            <a:r>
              <a:rPr sz="2800" b="1" dirty="0">
                <a:latin typeface="Calibri"/>
                <a:cs typeface="Calibri"/>
              </a:rPr>
              <a:t>	</a:t>
            </a:r>
            <a:r>
              <a:rPr sz="2800" b="1" spc="-25" dirty="0">
                <a:latin typeface="Calibri"/>
                <a:cs typeface="Calibri"/>
              </a:rPr>
              <a:t>:-</a:t>
            </a:r>
            <a:endParaRPr sz="2800" dirty="0">
              <a:latin typeface="Calibri"/>
              <a:cs typeface="Calibri"/>
            </a:endParaRPr>
          </a:p>
        </p:txBody>
      </p:sp>
      <p:sp>
        <p:nvSpPr>
          <p:cNvPr id="12" name="object 12"/>
          <p:cNvSpPr txBox="1"/>
          <p:nvPr/>
        </p:nvSpPr>
        <p:spPr>
          <a:xfrm>
            <a:off x="3376017" y="1961562"/>
            <a:ext cx="5119370" cy="843821"/>
          </a:xfrm>
          <a:prstGeom prst="rect">
            <a:avLst/>
          </a:prstGeom>
        </p:spPr>
        <p:txBody>
          <a:bodyPr vert="horz" wrap="square" lIns="0" tIns="12700" rIns="0" bIns="0" rtlCol="0">
            <a:spAutoFit/>
          </a:bodyPr>
          <a:lstStyle/>
          <a:p>
            <a:pPr marL="1270" algn="ctr">
              <a:lnSpc>
                <a:spcPct val="100000"/>
              </a:lnSpc>
              <a:spcBef>
                <a:spcPts val="100"/>
              </a:spcBef>
            </a:pPr>
            <a:r>
              <a:rPr sz="1800" b="1" spc="-20" dirty="0">
                <a:latin typeface="Arial"/>
                <a:cs typeface="Arial"/>
              </a:rPr>
              <a:t>DEPARTMENT</a:t>
            </a:r>
            <a:r>
              <a:rPr sz="1800" b="1" spc="-50" dirty="0">
                <a:latin typeface="Arial"/>
                <a:cs typeface="Arial"/>
              </a:rPr>
              <a:t> </a:t>
            </a:r>
            <a:r>
              <a:rPr sz="1800" b="1" spc="-25" dirty="0">
                <a:latin typeface="Arial"/>
                <a:cs typeface="Arial"/>
              </a:rPr>
              <a:t>OF</a:t>
            </a:r>
            <a:endParaRPr sz="1800" dirty="0">
              <a:latin typeface="Arial"/>
              <a:cs typeface="Arial"/>
            </a:endParaRPr>
          </a:p>
          <a:p>
            <a:pPr algn="ctr">
              <a:lnSpc>
                <a:spcPct val="100000"/>
              </a:lnSpc>
            </a:pPr>
            <a:r>
              <a:rPr lang="en-IN" b="1" dirty="0">
                <a:latin typeface="Arial"/>
                <a:cs typeface="Arial"/>
              </a:rPr>
              <a:t>COMPUTER SCIENCE ENGINEERING</a:t>
            </a:r>
            <a:endParaRPr sz="1800" dirty="0">
              <a:latin typeface="Arial"/>
              <a:cs typeface="Arial"/>
            </a:endParaRPr>
          </a:p>
          <a:p>
            <a:pPr marL="5715" algn="ctr">
              <a:lnSpc>
                <a:spcPct val="100000"/>
              </a:lnSpc>
            </a:pPr>
            <a:r>
              <a:rPr sz="1800" b="1" spc="55" dirty="0">
                <a:latin typeface="Arial"/>
                <a:cs typeface="Arial"/>
              </a:rPr>
              <a:t>(202</a:t>
            </a:r>
            <a:r>
              <a:rPr lang="en-IN" sz="1800" b="1" spc="55" dirty="0">
                <a:latin typeface="Arial"/>
                <a:cs typeface="Arial"/>
              </a:rPr>
              <a:t>1</a:t>
            </a:r>
            <a:r>
              <a:rPr sz="1800" b="1" spc="55" dirty="0">
                <a:latin typeface="Arial"/>
                <a:cs typeface="Arial"/>
              </a:rPr>
              <a:t>-202</a:t>
            </a:r>
            <a:r>
              <a:rPr lang="en-IN" sz="1800" b="1" spc="55" dirty="0">
                <a:latin typeface="Arial"/>
                <a:cs typeface="Arial"/>
              </a:rPr>
              <a:t>5</a:t>
            </a:r>
            <a:r>
              <a:rPr sz="1800" b="1" spc="55" dirty="0">
                <a:latin typeface="Arial"/>
                <a:cs typeface="Arial"/>
              </a:rPr>
              <a:t>)</a:t>
            </a:r>
            <a:endParaRPr sz="1800" dirty="0">
              <a:latin typeface="Arial"/>
              <a:cs typeface="Arial"/>
            </a:endParaRPr>
          </a:p>
        </p:txBody>
      </p:sp>
      <p:pic>
        <p:nvPicPr>
          <p:cNvPr id="13" name="object 13"/>
          <p:cNvPicPr/>
          <p:nvPr/>
        </p:nvPicPr>
        <p:blipFill>
          <a:blip r:embed="rId2" cstate="print"/>
          <a:stretch>
            <a:fillRect/>
          </a:stretch>
        </p:blipFill>
        <p:spPr>
          <a:xfrm>
            <a:off x="3725902" y="76200"/>
            <a:ext cx="4419600" cy="1714500"/>
          </a:xfrm>
          <a:prstGeom prst="rect">
            <a:avLst/>
          </a:prstGeom>
        </p:spPr>
      </p:pic>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circle(in)">
                                      <p:cBhvr>
                                        <p:cTn id="7" dur="20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barn(inVertical)">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wipe(down)">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12" grpId="0"/>
    </p:bldLst>
  </p:timing>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90600" y="228600"/>
            <a:ext cx="4709364" cy="628377"/>
          </a:xfrm>
          <a:prstGeom prst="rect">
            <a:avLst/>
          </a:prstGeom>
        </p:spPr>
        <p:txBody>
          <a:bodyPr vert="horz" wrap="square" lIns="0" tIns="12700" rIns="0" bIns="0" rtlCol="0">
            <a:spAutoFit/>
          </a:bodyPr>
          <a:lstStyle/>
          <a:p>
            <a:pPr marL="12700">
              <a:lnSpc>
                <a:spcPct val="100000"/>
              </a:lnSpc>
              <a:spcBef>
                <a:spcPts val="100"/>
              </a:spcBef>
            </a:pPr>
            <a:r>
              <a:rPr lang="en-IN" sz="4000" b="1" u="sng" dirty="0"/>
              <a:t>CONTENTS</a:t>
            </a:r>
            <a:endParaRPr sz="4000" b="1" u="sng" dirty="0"/>
          </a:p>
        </p:txBody>
      </p:sp>
      <p:sp>
        <p:nvSpPr>
          <p:cNvPr id="3" name="object 3"/>
          <p:cNvSpPr txBox="1"/>
          <p:nvPr/>
        </p:nvSpPr>
        <p:spPr>
          <a:xfrm>
            <a:off x="994458" y="1676400"/>
            <a:ext cx="4491942" cy="3021340"/>
          </a:xfrm>
          <a:prstGeom prst="rect">
            <a:avLst/>
          </a:prstGeom>
        </p:spPr>
        <p:txBody>
          <a:bodyPr vert="horz" wrap="square" lIns="0" tIns="12700" rIns="0" bIns="0" rtlCol="0">
            <a:spAutoFit/>
          </a:bodyPr>
          <a:lstStyle/>
          <a:p>
            <a:pPr marL="298450" indent="-285750">
              <a:lnSpc>
                <a:spcPct val="100000"/>
              </a:lnSpc>
              <a:spcBef>
                <a:spcPts val="100"/>
              </a:spcBef>
              <a:buFont typeface="Wingdings"/>
              <a:buChar char=""/>
              <a:tabLst>
                <a:tab pos="298450" algn="l"/>
              </a:tabLst>
            </a:pPr>
            <a:r>
              <a:rPr sz="1800" b="1" spc="-10" dirty="0">
                <a:latin typeface="Tahoma"/>
                <a:cs typeface="Tahoma"/>
              </a:rPr>
              <a:t>INTRODUCTION</a:t>
            </a:r>
            <a:endParaRPr sz="1800" dirty="0">
              <a:latin typeface="Tahoma"/>
              <a:cs typeface="Tahoma"/>
            </a:endParaRPr>
          </a:p>
          <a:p>
            <a:pPr marL="298450" indent="-285750">
              <a:lnSpc>
                <a:spcPct val="100000"/>
              </a:lnSpc>
              <a:spcBef>
                <a:spcPts val="2075"/>
              </a:spcBef>
              <a:buFont typeface="Wingdings"/>
              <a:buChar char=""/>
              <a:tabLst>
                <a:tab pos="298450" algn="l"/>
              </a:tabLst>
            </a:pPr>
            <a:r>
              <a:rPr sz="1800" b="1" spc="-10" dirty="0">
                <a:latin typeface="Tahoma"/>
                <a:cs typeface="Tahoma"/>
              </a:rPr>
              <a:t>OBJECTIVE</a:t>
            </a:r>
            <a:endParaRPr sz="1800" dirty="0">
              <a:latin typeface="Tahoma"/>
              <a:cs typeface="Tahoma"/>
            </a:endParaRPr>
          </a:p>
          <a:p>
            <a:pPr marL="298450" indent="-285750">
              <a:lnSpc>
                <a:spcPct val="100000"/>
              </a:lnSpc>
              <a:spcBef>
                <a:spcPts val="2085"/>
              </a:spcBef>
              <a:buFont typeface="Wingdings"/>
              <a:buChar char=""/>
              <a:tabLst>
                <a:tab pos="298450" algn="l"/>
              </a:tabLst>
            </a:pPr>
            <a:r>
              <a:rPr sz="1800" b="1" spc="-10" dirty="0">
                <a:latin typeface="Tahoma"/>
                <a:cs typeface="Tahoma"/>
              </a:rPr>
              <a:t>OUTPUT</a:t>
            </a:r>
            <a:endParaRPr sz="1800" dirty="0">
              <a:latin typeface="Tahoma"/>
              <a:cs typeface="Tahoma"/>
            </a:endParaRPr>
          </a:p>
          <a:p>
            <a:pPr marL="298450" indent="-285750">
              <a:lnSpc>
                <a:spcPct val="100000"/>
              </a:lnSpc>
              <a:spcBef>
                <a:spcPts val="2075"/>
              </a:spcBef>
              <a:buFont typeface="Wingdings"/>
              <a:buChar char=""/>
              <a:tabLst>
                <a:tab pos="298450" algn="l"/>
              </a:tabLst>
            </a:pPr>
            <a:r>
              <a:rPr sz="1800" b="1" spc="-45" dirty="0">
                <a:latin typeface="Tahoma"/>
                <a:cs typeface="Tahoma"/>
              </a:rPr>
              <a:t>FUTURE</a:t>
            </a:r>
            <a:r>
              <a:rPr sz="1800" b="1" spc="-40" dirty="0">
                <a:latin typeface="Tahoma"/>
                <a:cs typeface="Tahoma"/>
              </a:rPr>
              <a:t> </a:t>
            </a:r>
            <a:r>
              <a:rPr sz="1800" b="1" spc="-10" dirty="0">
                <a:latin typeface="Tahoma"/>
                <a:cs typeface="Tahoma"/>
              </a:rPr>
              <a:t>SCOPE</a:t>
            </a:r>
            <a:endParaRPr sz="1800" dirty="0">
              <a:latin typeface="Tahoma"/>
              <a:cs typeface="Tahoma"/>
            </a:endParaRPr>
          </a:p>
          <a:p>
            <a:pPr marL="298450" indent="-285750">
              <a:lnSpc>
                <a:spcPct val="100000"/>
              </a:lnSpc>
              <a:spcBef>
                <a:spcPts val="2080"/>
              </a:spcBef>
              <a:buFont typeface="Wingdings"/>
              <a:buChar char=""/>
              <a:tabLst>
                <a:tab pos="298450" algn="l"/>
              </a:tabLst>
            </a:pPr>
            <a:r>
              <a:rPr sz="1800" b="1" spc="-10" dirty="0">
                <a:latin typeface="Tahoma"/>
                <a:cs typeface="Tahoma"/>
              </a:rPr>
              <a:t>LIMITATIONS</a:t>
            </a:r>
            <a:endParaRPr sz="1800" dirty="0">
              <a:latin typeface="Tahoma"/>
              <a:cs typeface="Tahoma"/>
            </a:endParaRPr>
          </a:p>
          <a:p>
            <a:pPr marL="298450" indent="-285750">
              <a:lnSpc>
                <a:spcPct val="100000"/>
              </a:lnSpc>
              <a:spcBef>
                <a:spcPts val="2090"/>
              </a:spcBef>
              <a:buFont typeface="Wingdings"/>
              <a:buChar char=""/>
              <a:tabLst>
                <a:tab pos="298450" algn="l"/>
              </a:tabLst>
            </a:pPr>
            <a:r>
              <a:rPr sz="1800" b="1" spc="-10" dirty="0">
                <a:latin typeface="Tahoma"/>
                <a:cs typeface="Tahoma"/>
              </a:rPr>
              <a:t>BIBLIOGRAPHY</a:t>
            </a:r>
            <a:endParaRPr sz="1800" dirty="0">
              <a:latin typeface="Tahoma"/>
              <a:cs typeface="Tahoma"/>
            </a:endParaRP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1000"/>
                                        <p:tgtEl>
                                          <p:spTgt spid="3"/>
                                        </p:tgtEl>
                                      </p:cBhvr>
                                    </p:animEffect>
                                    <p:anim calcmode="lin" valueType="num">
                                      <p:cBhvr>
                                        <p:cTn id="13" dur="1000" fill="hold"/>
                                        <p:tgtEl>
                                          <p:spTgt spid="3"/>
                                        </p:tgtEl>
                                        <p:attrNameLst>
                                          <p:attrName>ppt_x</p:attrName>
                                        </p:attrNameLst>
                                      </p:cBhvr>
                                      <p:tavLst>
                                        <p:tav tm="0">
                                          <p:val>
                                            <p:strVal val="#ppt_x"/>
                                          </p:val>
                                        </p:tav>
                                        <p:tav tm="100000">
                                          <p:val>
                                            <p:strVal val="#ppt_x"/>
                                          </p:val>
                                        </p:tav>
                                      </p:tavLst>
                                    </p:anim>
                                    <p:anim calcmode="lin" valueType="num">
                                      <p:cBhvr>
                                        <p:cTn id="14"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62000" y="-23149"/>
            <a:ext cx="9603275" cy="997401"/>
          </a:xfrm>
          <a:prstGeom prst="rect">
            <a:avLst/>
          </a:prstGeom>
        </p:spPr>
        <p:txBody>
          <a:bodyPr vert="horz" wrap="square" lIns="0" tIns="378155" rIns="0" bIns="0" rtlCol="0">
            <a:spAutoFit/>
          </a:bodyPr>
          <a:lstStyle/>
          <a:p>
            <a:pPr marL="12700">
              <a:lnSpc>
                <a:spcPct val="100000"/>
              </a:lnSpc>
              <a:spcBef>
                <a:spcPts val="105"/>
              </a:spcBef>
            </a:pPr>
            <a:r>
              <a:rPr sz="4000" b="1" u="sng" spc="-40" dirty="0"/>
              <a:t>INTRODUCTION</a:t>
            </a:r>
          </a:p>
        </p:txBody>
      </p:sp>
      <p:sp>
        <p:nvSpPr>
          <p:cNvPr id="5" name="TextBox 4">
            <a:extLst>
              <a:ext uri="{FF2B5EF4-FFF2-40B4-BE49-F238E27FC236}">
                <a16:creationId xmlns:a16="http://schemas.microsoft.com/office/drawing/2014/main" id="{9D9AF510-F7DA-E94A-2AE3-64EB3C942C0E}"/>
              </a:ext>
            </a:extLst>
          </p:cNvPr>
          <p:cNvSpPr txBox="1"/>
          <p:nvPr/>
        </p:nvSpPr>
        <p:spPr>
          <a:xfrm>
            <a:off x="609600" y="1256467"/>
            <a:ext cx="10284461" cy="5601533"/>
          </a:xfrm>
          <a:prstGeom prst="rect">
            <a:avLst/>
          </a:prstGeom>
          <a:noFill/>
        </p:spPr>
        <p:txBody>
          <a:bodyPr wrap="square" rtlCol="0">
            <a:spAutoFit/>
          </a:bodyPr>
          <a:lstStyle/>
          <a:p>
            <a:pPr marL="285750" indent="-285750">
              <a:buFont typeface="Wingdings" panose="05000000000000000000" pitchFamily="2" charset="2"/>
              <a:buChar char="Ø"/>
            </a:pPr>
            <a:r>
              <a:rPr lang="en-IN" sz="2000" dirty="0"/>
              <a:t>In order to flourish the economy ,technology is the foremost tool to access with. Requirement to evaluate the standard of living of the consumers faster growing supposed to be the ultimate accelerator . “Faster Growing” requires technological efficiency which can boost the propensity to consume which will be resulting in booming the GDP of any nation. </a:t>
            </a:r>
          </a:p>
          <a:p>
            <a:pPr marL="285750" indent="-285750">
              <a:buFont typeface="Wingdings" panose="05000000000000000000" pitchFamily="2" charset="2"/>
              <a:buChar char="Ø"/>
            </a:pPr>
            <a:endParaRPr lang="en-IN" sz="2000" dirty="0"/>
          </a:p>
          <a:p>
            <a:pPr marL="285750" indent="-285750">
              <a:buFont typeface="Wingdings" panose="05000000000000000000" pitchFamily="2" charset="2"/>
              <a:buChar char="Ø"/>
            </a:pPr>
            <a:r>
              <a:rPr lang="en-IN" sz="2000" dirty="0"/>
              <a:t>Upliftment of the better standard of living in accordance with the evaluation of time, making easier to access the market of conspicuous consumer’s good is the most required framework to be done.</a:t>
            </a:r>
          </a:p>
          <a:p>
            <a:pPr marL="285750" indent="-285750">
              <a:buFont typeface="Wingdings" panose="05000000000000000000" pitchFamily="2" charset="2"/>
              <a:buChar char="Ø"/>
            </a:pPr>
            <a:endParaRPr lang="en-IN" sz="2000" dirty="0"/>
          </a:p>
          <a:p>
            <a:pPr marL="285750" indent="-285750">
              <a:buFont typeface="Wingdings" panose="05000000000000000000" pitchFamily="2" charset="2"/>
              <a:buChar char="Ø"/>
            </a:pPr>
            <a:r>
              <a:rPr lang="en-IN" sz="2000" dirty="0"/>
              <a:t>Technological Framework for establishing stabilized Online Grocery Market is the trigger to push the standard of living of individuals for a stable future.</a:t>
            </a:r>
          </a:p>
          <a:p>
            <a:pPr marL="285750" indent="-285750">
              <a:buFont typeface="Wingdings" panose="05000000000000000000" pitchFamily="2" charset="2"/>
              <a:buChar char="Ø"/>
            </a:pPr>
            <a:endParaRPr lang="en-IN" sz="2000" dirty="0"/>
          </a:p>
          <a:p>
            <a:pPr marL="285750" indent="-285750">
              <a:buFont typeface="Wingdings" panose="05000000000000000000" pitchFamily="2" charset="2"/>
              <a:buChar char="Ø"/>
            </a:pPr>
            <a:r>
              <a:rPr lang="en-IN" sz="2000" dirty="0"/>
              <a:t>Existing uncertain disputes might be mitigated through the facilitation of Online Platform for selling and purchasing of Grocery Goods resulting in secured future with minimum impact of natural calamitic disaster which is the most important determinant to push the economy downwards.</a:t>
            </a:r>
          </a:p>
          <a:p>
            <a:pPr marL="285750" indent="-285750">
              <a:buFont typeface="Wingdings" panose="05000000000000000000" pitchFamily="2" charset="2"/>
              <a:buChar char="Ø"/>
            </a:pPr>
            <a:endParaRPr lang="en-IN" sz="2000" dirty="0"/>
          </a:p>
          <a:p>
            <a:endParaRPr lang="en-IN" dirty="0"/>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09600" y="-228600"/>
            <a:ext cx="3363105" cy="997401"/>
          </a:xfrm>
          <a:prstGeom prst="rect">
            <a:avLst/>
          </a:prstGeom>
        </p:spPr>
        <p:txBody>
          <a:bodyPr vert="horz" wrap="square" lIns="0" tIns="378155" rIns="0" bIns="0" rtlCol="0">
            <a:spAutoFit/>
          </a:bodyPr>
          <a:lstStyle/>
          <a:p>
            <a:pPr marL="12700">
              <a:lnSpc>
                <a:spcPct val="100000"/>
              </a:lnSpc>
              <a:spcBef>
                <a:spcPts val="105"/>
              </a:spcBef>
            </a:pPr>
            <a:r>
              <a:rPr sz="4000" b="1" u="sng" spc="-30" dirty="0"/>
              <a:t>OBJECTIVE</a:t>
            </a:r>
          </a:p>
        </p:txBody>
      </p:sp>
      <p:sp>
        <p:nvSpPr>
          <p:cNvPr id="5" name="TextBox 4">
            <a:extLst>
              <a:ext uri="{FF2B5EF4-FFF2-40B4-BE49-F238E27FC236}">
                <a16:creationId xmlns:a16="http://schemas.microsoft.com/office/drawing/2014/main" id="{3D20DD1A-DB64-1E5B-0B21-D5747CA79696}"/>
              </a:ext>
            </a:extLst>
          </p:cNvPr>
          <p:cNvSpPr txBox="1"/>
          <p:nvPr/>
        </p:nvSpPr>
        <p:spPr>
          <a:xfrm>
            <a:off x="304800" y="1371600"/>
            <a:ext cx="11506200" cy="5847755"/>
          </a:xfrm>
          <a:prstGeom prst="rect">
            <a:avLst/>
          </a:prstGeom>
          <a:noFill/>
        </p:spPr>
        <p:txBody>
          <a:bodyPr wrap="square" rtlCol="0">
            <a:spAutoFit/>
          </a:bodyPr>
          <a:lstStyle/>
          <a:p>
            <a:pPr marL="285750" indent="-285750">
              <a:buFont typeface="Wingdings" panose="05000000000000000000" pitchFamily="2" charset="2"/>
              <a:buChar char="Ø"/>
            </a:pPr>
            <a:r>
              <a:rPr lang="en-US" sz="2400" dirty="0"/>
              <a:t>The objective of this presentation is to provide a comprehensive understanding of the online grocery shopping model. We aim to explore how this digital innovation transforms the traditional grocery shopping experience by offering convenience, time savings, and accessibility for consumers.</a:t>
            </a:r>
          </a:p>
          <a:p>
            <a:pPr marL="285750" indent="-285750">
              <a:buFont typeface="Wingdings" panose="05000000000000000000" pitchFamily="2" charset="2"/>
              <a:buChar char="Ø"/>
            </a:pPr>
            <a:endParaRPr lang="en-US" sz="2400" dirty="0"/>
          </a:p>
          <a:p>
            <a:pPr marL="285750" indent="-285750">
              <a:buFont typeface="Wingdings" panose="05000000000000000000" pitchFamily="2" charset="2"/>
              <a:buChar char="Ø"/>
            </a:pPr>
            <a:r>
              <a:rPr lang="en-US" sz="2400" dirty="0"/>
              <a:t>The goal is to make use of advanced technology, optimized logistics, and personalized services to meet evolving customer needs while supporting sustainable practices and enhancing overall customer satisfaction.</a:t>
            </a:r>
          </a:p>
          <a:p>
            <a:pPr marL="285750" indent="-285750">
              <a:buFont typeface="Wingdings" panose="05000000000000000000" pitchFamily="2" charset="2"/>
              <a:buChar char="Ø"/>
            </a:pPr>
            <a:endParaRPr lang="en-US" sz="2400" dirty="0"/>
          </a:p>
          <a:p>
            <a:pPr marL="285750" indent="-285750">
              <a:buFont typeface="Wingdings" panose="05000000000000000000" pitchFamily="2" charset="2"/>
              <a:buChar char="Ø"/>
            </a:pPr>
            <a:r>
              <a:rPr lang="en-US" sz="2400" dirty="0"/>
              <a:t>Increase the operation of selling and purchasing of daily necessity goods will be evident enough for technological efficiency. </a:t>
            </a:r>
          </a:p>
          <a:p>
            <a:pPr marL="285750" indent="-285750">
              <a:buFont typeface="Wingdings" panose="05000000000000000000" pitchFamily="2" charset="2"/>
              <a:buChar char="Ø"/>
            </a:pPr>
            <a:endParaRPr lang="en-US" sz="2400" dirty="0"/>
          </a:p>
          <a:p>
            <a:pPr marL="285750" indent="-285750">
              <a:buFont typeface="Wingdings" panose="05000000000000000000" pitchFamily="2" charset="2"/>
              <a:buChar char="Ø"/>
            </a:pPr>
            <a:endParaRPr lang="en-US" sz="2400" dirty="0"/>
          </a:p>
          <a:p>
            <a:pPr marL="285750" indent="-285750">
              <a:buFont typeface="Wingdings" panose="05000000000000000000" pitchFamily="2" charset="2"/>
              <a:buChar char="Ø"/>
            </a:pPr>
            <a:endParaRPr lang="en-US" sz="2400" dirty="0"/>
          </a:p>
          <a:p>
            <a:pPr marL="285750" indent="-285750">
              <a:buFont typeface="Wingdings" panose="05000000000000000000" pitchFamily="2" charset="2"/>
              <a:buChar char="Ø"/>
            </a:pPr>
            <a:endParaRPr lang="en-US" sz="2000" dirty="0"/>
          </a:p>
          <a:p>
            <a:endParaRPr lang="en-IN" dirty="0"/>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802E00-C487-2D5A-8AC3-52F516016FFF}"/>
              </a:ext>
            </a:extLst>
          </p:cNvPr>
          <p:cNvSpPr>
            <a:spLocks noGrp="1"/>
          </p:cNvSpPr>
          <p:nvPr>
            <p:ph type="title"/>
          </p:nvPr>
        </p:nvSpPr>
        <p:spPr>
          <a:xfrm>
            <a:off x="228600" y="76200"/>
            <a:ext cx="2206021" cy="587718"/>
          </a:xfrm>
        </p:spPr>
        <p:txBody>
          <a:bodyPr/>
          <a:lstStyle/>
          <a:p>
            <a:r>
              <a:rPr lang="en-IN" u="sng" dirty="0"/>
              <a:t>OUTPUT</a:t>
            </a:r>
          </a:p>
        </p:txBody>
      </p:sp>
      <p:pic>
        <p:nvPicPr>
          <p:cNvPr id="9" name="Content Placeholder 8">
            <a:extLst>
              <a:ext uri="{FF2B5EF4-FFF2-40B4-BE49-F238E27FC236}">
                <a16:creationId xmlns:a16="http://schemas.microsoft.com/office/drawing/2014/main" id="{32A60D2C-6A48-FB0A-70FA-8376C468239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62000" y="990600"/>
            <a:ext cx="10668000" cy="5120868"/>
          </a:xfrm>
        </p:spPr>
      </p:pic>
      <p:sp>
        <p:nvSpPr>
          <p:cNvPr id="10" name="TextBox 9">
            <a:extLst>
              <a:ext uri="{FF2B5EF4-FFF2-40B4-BE49-F238E27FC236}">
                <a16:creationId xmlns:a16="http://schemas.microsoft.com/office/drawing/2014/main" id="{77A51E13-EA5F-D069-4D6F-BA356BF44ED7}"/>
              </a:ext>
            </a:extLst>
          </p:cNvPr>
          <p:cNvSpPr txBox="1"/>
          <p:nvPr/>
        </p:nvSpPr>
        <p:spPr>
          <a:xfrm>
            <a:off x="762000" y="642593"/>
            <a:ext cx="1524000" cy="369332"/>
          </a:xfrm>
          <a:prstGeom prst="rect">
            <a:avLst/>
          </a:prstGeom>
          <a:noFill/>
        </p:spPr>
        <p:txBody>
          <a:bodyPr wrap="square" rtlCol="0">
            <a:spAutoFit/>
          </a:bodyPr>
          <a:lstStyle/>
          <a:p>
            <a:r>
              <a:rPr lang="en-IN" dirty="0"/>
              <a:t>Main Page</a:t>
            </a:r>
          </a:p>
        </p:txBody>
      </p:sp>
    </p:spTree>
    <p:extLst>
      <p:ext uri="{BB962C8B-B14F-4D97-AF65-F5344CB8AC3E}">
        <p14:creationId xmlns:p14="http://schemas.microsoft.com/office/powerpoint/2010/main" val="1697740685"/>
      </p:ext>
    </p:extLst>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0CDEB8-9F5D-ED3E-1E6E-1B483AA95345}"/>
              </a:ext>
            </a:extLst>
          </p:cNvPr>
          <p:cNvSpPr>
            <a:spLocks noGrp="1"/>
          </p:cNvSpPr>
          <p:nvPr>
            <p:ph type="title"/>
          </p:nvPr>
        </p:nvSpPr>
        <p:spPr>
          <a:xfrm>
            <a:off x="76201" y="76201"/>
            <a:ext cx="2209800" cy="685800"/>
          </a:xfrm>
        </p:spPr>
        <p:txBody>
          <a:bodyPr/>
          <a:lstStyle/>
          <a:p>
            <a:r>
              <a:rPr lang="en-IN" u="sng" dirty="0"/>
              <a:t>OUTPUT</a:t>
            </a:r>
          </a:p>
        </p:txBody>
      </p:sp>
      <p:pic>
        <p:nvPicPr>
          <p:cNvPr id="5" name="Content Placeholder 4">
            <a:extLst>
              <a:ext uri="{FF2B5EF4-FFF2-40B4-BE49-F238E27FC236}">
                <a16:creationId xmlns:a16="http://schemas.microsoft.com/office/drawing/2014/main" id="{C3A60182-3BE4-C31A-D03A-89AC71FBA38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33400" y="928006"/>
            <a:ext cx="10744200" cy="5167994"/>
          </a:xfrm>
        </p:spPr>
      </p:pic>
      <p:sp>
        <p:nvSpPr>
          <p:cNvPr id="6" name="TextBox 5">
            <a:extLst>
              <a:ext uri="{FF2B5EF4-FFF2-40B4-BE49-F238E27FC236}">
                <a16:creationId xmlns:a16="http://schemas.microsoft.com/office/drawing/2014/main" id="{2AB25325-1FF3-573C-F8E2-13E66FCB8B25}"/>
              </a:ext>
            </a:extLst>
          </p:cNvPr>
          <p:cNvSpPr txBox="1"/>
          <p:nvPr/>
        </p:nvSpPr>
        <p:spPr>
          <a:xfrm>
            <a:off x="533400" y="577335"/>
            <a:ext cx="2743200" cy="369332"/>
          </a:xfrm>
          <a:prstGeom prst="rect">
            <a:avLst/>
          </a:prstGeom>
          <a:noFill/>
        </p:spPr>
        <p:txBody>
          <a:bodyPr wrap="square" rtlCol="0">
            <a:spAutoFit/>
          </a:bodyPr>
          <a:lstStyle/>
          <a:p>
            <a:r>
              <a:rPr lang="en-IN" dirty="0"/>
              <a:t>About page</a:t>
            </a:r>
          </a:p>
        </p:txBody>
      </p:sp>
    </p:spTree>
    <p:extLst>
      <p:ext uri="{BB962C8B-B14F-4D97-AF65-F5344CB8AC3E}">
        <p14:creationId xmlns:p14="http://schemas.microsoft.com/office/powerpoint/2010/main" val="185520303"/>
      </p:ext>
    </p:extLst>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71C4FB-92C2-5B26-6011-D2D796EB3629}"/>
              </a:ext>
            </a:extLst>
          </p:cNvPr>
          <p:cNvSpPr>
            <a:spLocks noGrp="1"/>
          </p:cNvSpPr>
          <p:nvPr>
            <p:ph type="title"/>
          </p:nvPr>
        </p:nvSpPr>
        <p:spPr>
          <a:xfrm>
            <a:off x="228600" y="152400"/>
            <a:ext cx="1901221" cy="490881"/>
          </a:xfrm>
        </p:spPr>
        <p:txBody>
          <a:bodyPr>
            <a:normAutofit fontScale="90000"/>
          </a:bodyPr>
          <a:lstStyle/>
          <a:p>
            <a:r>
              <a:rPr lang="en-IN" u="sng" dirty="0"/>
              <a:t>OUTPUT</a:t>
            </a:r>
          </a:p>
        </p:txBody>
      </p:sp>
      <p:pic>
        <p:nvPicPr>
          <p:cNvPr id="5" name="Content Placeholder 4">
            <a:extLst>
              <a:ext uri="{FF2B5EF4-FFF2-40B4-BE49-F238E27FC236}">
                <a16:creationId xmlns:a16="http://schemas.microsoft.com/office/drawing/2014/main" id="{2DC52E71-CCE2-1D4E-9D63-F85CE884213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62000" y="990600"/>
            <a:ext cx="10368461" cy="5101328"/>
          </a:xfrm>
        </p:spPr>
      </p:pic>
      <p:sp>
        <p:nvSpPr>
          <p:cNvPr id="6" name="TextBox 5">
            <a:extLst>
              <a:ext uri="{FF2B5EF4-FFF2-40B4-BE49-F238E27FC236}">
                <a16:creationId xmlns:a16="http://schemas.microsoft.com/office/drawing/2014/main" id="{74C93F7B-AB20-8D53-28B7-78BDCF90B01F}"/>
              </a:ext>
            </a:extLst>
          </p:cNvPr>
          <p:cNvSpPr txBox="1"/>
          <p:nvPr/>
        </p:nvSpPr>
        <p:spPr>
          <a:xfrm>
            <a:off x="762000" y="643281"/>
            <a:ext cx="1143000" cy="369332"/>
          </a:xfrm>
          <a:prstGeom prst="rect">
            <a:avLst/>
          </a:prstGeom>
          <a:noFill/>
        </p:spPr>
        <p:txBody>
          <a:bodyPr wrap="square" rtlCol="0">
            <a:spAutoFit/>
          </a:bodyPr>
          <a:lstStyle/>
          <a:p>
            <a:r>
              <a:rPr lang="en-IN" dirty="0"/>
              <a:t>Blog Page</a:t>
            </a:r>
          </a:p>
        </p:txBody>
      </p:sp>
    </p:spTree>
    <p:extLst>
      <p:ext uri="{BB962C8B-B14F-4D97-AF65-F5344CB8AC3E}">
        <p14:creationId xmlns:p14="http://schemas.microsoft.com/office/powerpoint/2010/main" val="2934465169"/>
      </p:ext>
    </p:extLst>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3400" y="152400"/>
            <a:ext cx="7772400" cy="628377"/>
          </a:xfrm>
          <a:prstGeom prst="rect">
            <a:avLst/>
          </a:prstGeom>
        </p:spPr>
        <p:txBody>
          <a:bodyPr vert="horz" wrap="square" lIns="0" tIns="12700" rIns="0" bIns="0" rtlCol="0">
            <a:spAutoFit/>
          </a:bodyPr>
          <a:lstStyle/>
          <a:p>
            <a:pPr marL="12700">
              <a:lnSpc>
                <a:spcPct val="100000"/>
              </a:lnSpc>
              <a:spcBef>
                <a:spcPts val="100"/>
              </a:spcBef>
            </a:pPr>
            <a:r>
              <a:rPr sz="4000" b="1" u="sng" spc="-25" dirty="0"/>
              <a:t>FUTURE</a:t>
            </a:r>
            <a:r>
              <a:rPr sz="4000" b="1" u="sng" spc="-195" dirty="0"/>
              <a:t> </a:t>
            </a:r>
            <a:r>
              <a:rPr sz="4000" b="1" u="sng" spc="-20" dirty="0"/>
              <a:t>SCOPE</a:t>
            </a:r>
            <a:r>
              <a:rPr sz="4000" b="1" u="sng" spc="-180" dirty="0"/>
              <a:t> </a:t>
            </a:r>
            <a:r>
              <a:rPr sz="4000" b="1" u="sng" dirty="0"/>
              <a:t>OF</a:t>
            </a:r>
            <a:r>
              <a:rPr sz="4000" b="1" u="sng" spc="-170" dirty="0"/>
              <a:t> </a:t>
            </a:r>
            <a:r>
              <a:rPr sz="4000" b="1" u="sng" spc="-25" dirty="0"/>
              <a:t>PROJECT</a:t>
            </a:r>
          </a:p>
        </p:txBody>
      </p:sp>
      <p:sp>
        <p:nvSpPr>
          <p:cNvPr id="3" name="TextBox 2">
            <a:extLst>
              <a:ext uri="{FF2B5EF4-FFF2-40B4-BE49-F238E27FC236}">
                <a16:creationId xmlns:a16="http://schemas.microsoft.com/office/drawing/2014/main" id="{4C3E1322-BDE0-5B22-4B30-716FF0657DFC}"/>
              </a:ext>
            </a:extLst>
          </p:cNvPr>
          <p:cNvSpPr txBox="1"/>
          <p:nvPr/>
        </p:nvSpPr>
        <p:spPr>
          <a:xfrm>
            <a:off x="457200" y="1219200"/>
            <a:ext cx="10744200" cy="5847755"/>
          </a:xfrm>
          <a:prstGeom prst="rect">
            <a:avLst/>
          </a:prstGeom>
          <a:noFill/>
        </p:spPr>
        <p:txBody>
          <a:bodyPr wrap="square" rtlCol="0">
            <a:spAutoFit/>
          </a:bodyPr>
          <a:lstStyle/>
          <a:p>
            <a:pPr marL="285750" indent="-285750">
              <a:buFont typeface="Wingdings" panose="05000000000000000000" pitchFamily="2" charset="2"/>
              <a:buChar char="Ø"/>
            </a:pPr>
            <a:r>
              <a:rPr lang="en-US" sz="2400" b="1" u="sng" dirty="0"/>
              <a:t>Expansion of Reach</a:t>
            </a:r>
            <a:r>
              <a:rPr lang="en-US" sz="2400" dirty="0"/>
              <a:t>:</a:t>
            </a:r>
          </a:p>
          <a:p>
            <a:pPr marL="285750" indent="-285750">
              <a:buFont typeface="Wingdings" panose="05000000000000000000" pitchFamily="2" charset="2"/>
              <a:buChar char="Ø"/>
            </a:pPr>
            <a:endParaRPr lang="en-US" dirty="0"/>
          </a:p>
          <a:p>
            <a:pPr marL="342900" indent="-342900">
              <a:buFont typeface="Arial" panose="020B0604020202020204" pitchFamily="34" charset="0"/>
              <a:buChar char="•"/>
            </a:pPr>
            <a:r>
              <a:rPr lang="en-US" sz="2000" dirty="0"/>
              <a:t>Extending services to rural and underserved areas, making online grocery shopping accessible to a broader audience.</a:t>
            </a:r>
          </a:p>
          <a:p>
            <a:endParaRPr lang="en-US" sz="2000" dirty="0"/>
          </a:p>
          <a:p>
            <a:pPr marL="342900" indent="-342900">
              <a:buFont typeface="Wingdings" panose="05000000000000000000" pitchFamily="2" charset="2"/>
              <a:buChar char="Ø"/>
            </a:pPr>
            <a:r>
              <a:rPr lang="en-IN" sz="2400" b="1" u="sng" dirty="0"/>
              <a:t>Integration of Advanced Technologies:</a:t>
            </a:r>
          </a:p>
          <a:p>
            <a:endParaRPr lang="en-IN" sz="2400" b="1" u="sng" dirty="0"/>
          </a:p>
          <a:p>
            <a:pPr marL="342900" indent="-342900">
              <a:buFont typeface="Arial" panose="020B0604020202020204" pitchFamily="34" charset="0"/>
              <a:buChar char="•"/>
            </a:pPr>
            <a:r>
              <a:rPr lang="en-US" sz="2000" dirty="0"/>
              <a:t>Incorporating AI for personalized recommendations, chatbots for enhanced customer support, and machine learning for demand forecasting and inventory optimization.</a:t>
            </a:r>
          </a:p>
          <a:p>
            <a:pPr marL="342900" indent="-342900">
              <a:buFont typeface="Arial" panose="020B0604020202020204" pitchFamily="34" charset="0"/>
              <a:buChar char="•"/>
            </a:pPr>
            <a:endParaRPr lang="en-US" sz="2000" b="1" u="sng" dirty="0"/>
          </a:p>
          <a:p>
            <a:pPr marL="342900" indent="-342900">
              <a:buFont typeface="Wingdings" panose="05000000000000000000" pitchFamily="2" charset="2"/>
              <a:buChar char="Ø"/>
            </a:pPr>
            <a:r>
              <a:rPr lang="en-IN" sz="2400" b="1" u="sng" dirty="0"/>
              <a:t>Partnership Opportunities:</a:t>
            </a:r>
          </a:p>
          <a:p>
            <a:pPr marL="342900" indent="-342900">
              <a:buFont typeface="Arial" panose="020B0604020202020204" pitchFamily="34" charset="0"/>
              <a:buChar char="•"/>
            </a:pPr>
            <a:endParaRPr lang="en-IN" sz="2400" b="1" u="sng" dirty="0"/>
          </a:p>
          <a:p>
            <a:pPr marL="342900" indent="-342900">
              <a:buFont typeface="Arial" panose="020B0604020202020204" pitchFamily="34" charset="0"/>
              <a:buChar char="•"/>
            </a:pPr>
            <a:r>
              <a:rPr lang="en-US" sz="2000" dirty="0"/>
              <a:t>Collaborating with local farmers and suppliers to offer fresh and organic produce.</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Partnering with third-party delivery services for quicker and more efficient order fulfillment and much more.</a:t>
            </a:r>
            <a:endParaRPr lang="en-US" sz="2000" b="1" u="sng" dirty="0"/>
          </a:p>
          <a:p>
            <a:pPr marL="285750" indent="-285750">
              <a:buFont typeface="Wingdings" panose="05000000000000000000" pitchFamily="2" charset="2"/>
              <a:buChar char="Ø"/>
            </a:pPr>
            <a:endParaRPr lang="en-US" dirty="0"/>
          </a:p>
          <a:p>
            <a:pPr algn="r"/>
            <a:r>
              <a:rPr lang="en-US" dirty="0"/>
              <a:t>    </a:t>
            </a:r>
            <a:endParaRPr lang="en-IN" sz="2000" dirty="0"/>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3400" y="152400"/>
            <a:ext cx="9603275" cy="629018"/>
          </a:xfrm>
          <a:prstGeom prst="rect">
            <a:avLst/>
          </a:prstGeom>
        </p:spPr>
        <p:txBody>
          <a:bodyPr vert="horz" wrap="square" lIns="0" tIns="13335" rIns="0" bIns="0" rtlCol="0">
            <a:spAutoFit/>
          </a:bodyPr>
          <a:lstStyle/>
          <a:p>
            <a:pPr marL="12700">
              <a:lnSpc>
                <a:spcPct val="100000"/>
              </a:lnSpc>
              <a:spcBef>
                <a:spcPts val="105"/>
              </a:spcBef>
            </a:pPr>
            <a:r>
              <a:rPr sz="4000" b="1" u="sng" spc="-100" dirty="0"/>
              <a:t>LIMITATION</a:t>
            </a:r>
          </a:p>
        </p:txBody>
      </p:sp>
      <p:sp>
        <p:nvSpPr>
          <p:cNvPr id="4" name="TextBox 3">
            <a:extLst>
              <a:ext uri="{FF2B5EF4-FFF2-40B4-BE49-F238E27FC236}">
                <a16:creationId xmlns:a16="http://schemas.microsoft.com/office/drawing/2014/main" id="{63D5FFC4-4B93-49BF-09E4-5E36ACFA8A61}"/>
              </a:ext>
            </a:extLst>
          </p:cNvPr>
          <p:cNvSpPr txBox="1"/>
          <p:nvPr/>
        </p:nvSpPr>
        <p:spPr>
          <a:xfrm>
            <a:off x="522514" y="1676400"/>
            <a:ext cx="9742714" cy="6494085"/>
          </a:xfrm>
          <a:prstGeom prst="rect">
            <a:avLst/>
          </a:prstGeom>
          <a:noFill/>
        </p:spPr>
        <p:txBody>
          <a:bodyPr wrap="square" rtlCol="0">
            <a:spAutoFit/>
          </a:bodyPr>
          <a:lstStyle/>
          <a:p>
            <a:pPr marL="285750" indent="-285750">
              <a:buFont typeface="Wingdings" panose="05000000000000000000" pitchFamily="2" charset="2"/>
              <a:buChar char="Ø"/>
            </a:pPr>
            <a:r>
              <a:rPr lang="en-IN" sz="2400" b="1" u="sng" dirty="0"/>
              <a:t>Logistical Challenges:</a:t>
            </a:r>
          </a:p>
          <a:p>
            <a:pPr marL="285750" indent="-285750">
              <a:buFont typeface="Wingdings" panose="05000000000000000000" pitchFamily="2" charset="2"/>
              <a:buChar char="Ø"/>
            </a:pPr>
            <a:endParaRPr lang="en-IN" sz="2400" b="1" u="sng" dirty="0"/>
          </a:p>
          <a:p>
            <a:pPr marL="342900" indent="-342900">
              <a:buFont typeface="Arial" panose="020B0604020202020204" pitchFamily="34" charset="0"/>
              <a:buChar char="•"/>
            </a:pPr>
            <a:r>
              <a:rPr lang="en-US" sz="2000" dirty="0"/>
              <a:t>Ensuring timely delivery, especially in remote areas or during peak demand periods, can be difficult.</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Maintaining product quality, particularly for perishable items, during transportation.</a:t>
            </a:r>
          </a:p>
          <a:p>
            <a:pPr marL="342900" indent="-342900">
              <a:buFont typeface="Arial" panose="020B0604020202020204" pitchFamily="34" charset="0"/>
              <a:buChar char="•"/>
            </a:pPr>
            <a:endParaRPr lang="en-US" sz="2000" dirty="0"/>
          </a:p>
          <a:p>
            <a:pPr marL="342900" indent="-342900">
              <a:buFont typeface="Wingdings" panose="05000000000000000000" pitchFamily="2" charset="2"/>
              <a:buChar char="Ø"/>
            </a:pPr>
            <a:r>
              <a:rPr lang="en-IN" sz="2400" b="1" u="sng" dirty="0"/>
              <a:t>Limited Product Inspection:</a:t>
            </a:r>
          </a:p>
          <a:p>
            <a:pPr marL="342900" indent="-342900">
              <a:buFont typeface="Wingdings" panose="05000000000000000000" pitchFamily="2" charset="2"/>
              <a:buChar char="Ø"/>
            </a:pPr>
            <a:endParaRPr lang="en-IN" sz="2400" b="1" u="sng" dirty="0"/>
          </a:p>
          <a:p>
            <a:pPr marL="342900" indent="-342900">
              <a:buFont typeface="Arial" panose="020B0604020202020204" pitchFamily="34" charset="0"/>
              <a:buChar char="•"/>
            </a:pPr>
            <a:r>
              <a:rPr lang="en-US" sz="2000" dirty="0"/>
              <a:t>Customers cannot physically inspect items for quality, freshness, or size before purchase.</a:t>
            </a:r>
          </a:p>
          <a:p>
            <a:pPr marL="342900" indent="-342900">
              <a:buFont typeface="Arial" panose="020B0604020202020204" pitchFamily="34" charset="0"/>
              <a:buChar char="•"/>
            </a:pPr>
            <a:endParaRPr lang="en-US" sz="2000" b="1" u="sng" dirty="0"/>
          </a:p>
          <a:p>
            <a:pPr marL="342900" indent="-342900">
              <a:buFont typeface="Wingdings" panose="05000000000000000000" pitchFamily="2" charset="2"/>
              <a:buChar char="Ø"/>
            </a:pPr>
            <a:r>
              <a:rPr lang="en-IN" sz="2400" b="1" u="sng" dirty="0"/>
              <a:t>Security and Privacy Concerns</a:t>
            </a:r>
            <a:r>
              <a:rPr lang="en-IN" sz="2400" u="sng" dirty="0"/>
              <a:t>:</a:t>
            </a:r>
          </a:p>
          <a:p>
            <a:pPr marL="342900" indent="-342900">
              <a:buFont typeface="Wingdings" panose="05000000000000000000" pitchFamily="2" charset="2"/>
              <a:buChar char="Ø"/>
            </a:pPr>
            <a:endParaRPr lang="en-IN" sz="2400" u="sng" dirty="0"/>
          </a:p>
          <a:p>
            <a:pPr marL="342900" indent="-342900">
              <a:buFont typeface="Arial" panose="020B0604020202020204" pitchFamily="34" charset="0"/>
              <a:buChar char="•"/>
            </a:pPr>
            <a:r>
              <a:rPr lang="en-US" sz="2000" dirty="0"/>
              <a:t>Risks of data breaches or misuse of personal and payment information.</a:t>
            </a:r>
            <a:endParaRPr lang="en-US" sz="2000" u="sng" dirty="0"/>
          </a:p>
          <a:p>
            <a:pPr marL="342900" indent="-342900">
              <a:buFont typeface="Arial" panose="020B0604020202020204" pitchFamily="34" charset="0"/>
              <a:buChar char="•"/>
            </a:pPr>
            <a:endParaRPr lang="en-US" sz="2000" b="1" u="sng" dirty="0"/>
          </a:p>
          <a:p>
            <a:pPr marL="342900" indent="-342900">
              <a:buFont typeface="Arial" panose="020B0604020202020204" pitchFamily="34" charset="0"/>
              <a:buChar char="•"/>
            </a:pPr>
            <a:endParaRPr lang="en-IN" sz="2000" b="1" u="sng" dirty="0"/>
          </a:p>
          <a:p>
            <a:pPr marL="342900" indent="-342900">
              <a:buFont typeface="Arial" panose="020B0604020202020204" pitchFamily="34" charset="0"/>
              <a:buChar char="•"/>
            </a:pPr>
            <a:endParaRPr lang="en-IN" sz="2000" b="1" u="sng" dirty="0"/>
          </a:p>
          <a:p>
            <a:endParaRPr lang="en-IN" sz="2400" b="1" u="sng" dirty="0"/>
          </a:p>
          <a:p>
            <a:pPr marL="342900" indent="-342900">
              <a:buFont typeface="Arial" panose="020B0604020202020204" pitchFamily="34" charset="0"/>
              <a:buChar char="•"/>
            </a:pPr>
            <a:endParaRPr lang="en-IN" sz="2400" b="1" u="sng" dirty="0"/>
          </a:p>
        </p:txBody>
      </p:sp>
      <p:sp>
        <p:nvSpPr>
          <p:cNvPr id="5" name="TextBox 4">
            <a:extLst>
              <a:ext uri="{FF2B5EF4-FFF2-40B4-BE49-F238E27FC236}">
                <a16:creationId xmlns:a16="http://schemas.microsoft.com/office/drawing/2014/main" id="{27D7D4F6-C963-AD55-A451-E7E554BF3440}"/>
              </a:ext>
            </a:extLst>
          </p:cNvPr>
          <p:cNvSpPr txBox="1"/>
          <p:nvPr/>
        </p:nvSpPr>
        <p:spPr>
          <a:xfrm>
            <a:off x="511628" y="1088172"/>
            <a:ext cx="6574972" cy="400110"/>
          </a:xfrm>
          <a:prstGeom prst="rect">
            <a:avLst/>
          </a:prstGeom>
          <a:noFill/>
        </p:spPr>
        <p:txBody>
          <a:bodyPr wrap="square" rtlCol="0">
            <a:spAutoFit/>
          </a:bodyPr>
          <a:lstStyle/>
          <a:p>
            <a:r>
              <a:rPr lang="en-IN" sz="2000" b="1" dirty="0"/>
              <a:t>Some limitations of Online Grocery Shopping are:</a:t>
            </a: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43000" y="152400"/>
            <a:ext cx="6934200" cy="748487"/>
          </a:xfrm>
          <a:prstGeom prst="rect">
            <a:avLst/>
          </a:prstGeom>
        </p:spPr>
        <p:txBody>
          <a:bodyPr vert="horz" wrap="square" lIns="0" tIns="131648" rIns="0" bIns="0" rtlCol="0">
            <a:spAutoFit/>
          </a:bodyPr>
          <a:lstStyle/>
          <a:p>
            <a:pPr marL="2169160">
              <a:lnSpc>
                <a:spcPct val="100000"/>
              </a:lnSpc>
              <a:spcBef>
                <a:spcPts val="105"/>
              </a:spcBef>
            </a:pPr>
            <a:r>
              <a:rPr sz="4000" b="1" u="sng" spc="-35" dirty="0"/>
              <a:t>BIBLIOGRAPHY</a:t>
            </a:r>
          </a:p>
        </p:txBody>
      </p:sp>
      <p:sp>
        <p:nvSpPr>
          <p:cNvPr id="3" name="object 3"/>
          <p:cNvSpPr txBox="1">
            <a:spLocks noGrp="1"/>
          </p:cNvSpPr>
          <p:nvPr>
            <p:ph idx="1"/>
          </p:nvPr>
        </p:nvSpPr>
        <p:spPr>
          <a:xfrm>
            <a:off x="1066800" y="1524000"/>
            <a:ext cx="6539230" cy="4708981"/>
          </a:xfrm>
          <a:prstGeom prst="rect">
            <a:avLst/>
          </a:prstGeom>
        </p:spPr>
        <p:txBody>
          <a:bodyPr vert="horz" wrap="square" lIns="0" tIns="12700" rIns="0" bIns="0" rtlCol="0">
            <a:spAutoFit/>
          </a:bodyPr>
          <a:lstStyle/>
          <a:p>
            <a:pPr marL="12700">
              <a:lnSpc>
                <a:spcPct val="100000"/>
              </a:lnSpc>
              <a:spcBef>
                <a:spcPts val="100"/>
              </a:spcBef>
            </a:pPr>
            <a:r>
              <a:rPr sz="2400" b="1" u="sng" spc="-10" dirty="0"/>
              <a:t>WEBSITES:</a:t>
            </a:r>
          </a:p>
          <a:p>
            <a:pPr marL="356870" indent="-342900">
              <a:lnSpc>
                <a:spcPct val="100000"/>
              </a:lnSpc>
              <a:spcBef>
                <a:spcPts val="1940"/>
              </a:spcBef>
              <a:buClr>
                <a:srgbClr val="000000"/>
              </a:buClr>
              <a:buFont typeface="Wingdings"/>
              <a:buChar char=""/>
              <a:tabLst>
                <a:tab pos="356870" algn="l"/>
              </a:tabLst>
            </a:pPr>
            <a:r>
              <a:rPr sz="2400" b="0" u="sng" spc="-10" dirty="0">
                <a:solidFill>
                  <a:srgbClr val="0462C1"/>
                </a:solidFill>
                <a:uFill>
                  <a:solidFill>
                    <a:srgbClr val="0462C1"/>
                  </a:solidFill>
                </a:uFill>
                <a:latin typeface="Calibri"/>
                <a:cs typeface="Calibri"/>
                <a:hlinkClick r:id="rId2"/>
              </a:rPr>
              <a:t>https://www.w3schools.com</a:t>
            </a:r>
          </a:p>
          <a:p>
            <a:pPr marL="356870" indent="-342900">
              <a:lnSpc>
                <a:spcPct val="100000"/>
              </a:lnSpc>
              <a:buClr>
                <a:srgbClr val="000000"/>
              </a:buClr>
              <a:buFont typeface="Wingdings"/>
              <a:buChar char=""/>
              <a:tabLst>
                <a:tab pos="356870" algn="l"/>
              </a:tabLst>
            </a:pPr>
            <a:r>
              <a:rPr sz="2400" b="0" u="sng" spc="-10" dirty="0">
                <a:solidFill>
                  <a:srgbClr val="0462C1"/>
                </a:solidFill>
                <a:uFill>
                  <a:solidFill>
                    <a:srgbClr val="0462C1"/>
                  </a:solidFill>
                </a:uFill>
                <a:latin typeface="Calibri"/>
                <a:cs typeface="Calibri"/>
                <a:hlinkClick r:id="rId3"/>
              </a:rPr>
              <a:t>https://geeksforgeeks.org</a:t>
            </a:r>
          </a:p>
          <a:p>
            <a:pPr marL="356870" indent="-342900">
              <a:lnSpc>
                <a:spcPct val="100000"/>
              </a:lnSpc>
              <a:buClr>
                <a:srgbClr val="000000"/>
              </a:buClr>
              <a:buFont typeface="Wingdings"/>
              <a:buChar char=""/>
              <a:tabLst>
                <a:tab pos="356870" algn="l"/>
              </a:tabLst>
            </a:pPr>
            <a:r>
              <a:rPr sz="2400" b="0" u="sng" spc="-10" dirty="0">
                <a:solidFill>
                  <a:srgbClr val="0462C1"/>
                </a:solidFill>
                <a:uFill>
                  <a:solidFill>
                    <a:srgbClr val="0462C1"/>
                  </a:solidFill>
                </a:uFill>
              </a:rPr>
              <a:t>https://stackoverflow.com</a:t>
            </a:r>
          </a:p>
          <a:p>
            <a:pPr>
              <a:lnSpc>
                <a:spcPct val="100000"/>
              </a:lnSpc>
              <a:spcBef>
                <a:spcPts val="1370"/>
              </a:spcBef>
            </a:pPr>
            <a:endParaRPr sz="2400" b="0" u="sng" spc="-10" dirty="0">
              <a:solidFill>
                <a:srgbClr val="0462C1"/>
              </a:solidFill>
              <a:uFill>
                <a:solidFill>
                  <a:srgbClr val="0462C1"/>
                </a:solidFill>
              </a:uFill>
              <a:latin typeface="Calibri"/>
              <a:cs typeface="Calibri"/>
              <a:hlinkClick r:id="rId4"/>
            </a:endParaRPr>
          </a:p>
          <a:p>
            <a:pPr marL="12700">
              <a:lnSpc>
                <a:spcPct val="100000"/>
              </a:lnSpc>
            </a:pPr>
            <a:r>
              <a:rPr sz="2400" b="1" u="sng" spc="-10" dirty="0"/>
              <a:t>PEOPLE</a:t>
            </a:r>
            <a:r>
              <a:rPr sz="2400" b="1" u="sng" spc="-10" dirty="0">
                <a:latin typeface="Calibri"/>
                <a:cs typeface="Calibri"/>
              </a:rPr>
              <a:t>:</a:t>
            </a:r>
          </a:p>
          <a:p>
            <a:pPr marL="12700">
              <a:lnSpc>
                <a:spcPct val="100000"/>
              </a:lnSpc>
              <a:spcBef>
                <a:spcPts val="2150"/>
              </a:spcBef>
            </a:pPr>
            <a:r>
              <a:rPr sz="2400" b="1" dirty="0">
                <a:latin typeface="Calibri"/>
                <a:cs typeface="Calibri"/>
              </a:rPr>
              <a:t>Project</a:t>
            </a:r>
            <a:r>
              <a:rPr sz="2400" b="1" spc="-45" dirty="0">
                <a:latin typeface="Calibri"/>
                <a:cs typeface="Calibri"/>
              </a:rPr>
              <a:t> </a:t>
            </a:r>
            <a:r>
              <a:rPr sz="2400" b="1" dirty="0">
                <a:latin typeface="Calibri"/>
                <a:cs typeface="Calibri"/>
              </a:rPr>
              <a:t>Guide</a:t>
            </a:r>
            <a:r>
              <a:rPr lang="en-IN" sz="2400" b="0" dirty="0">
                <a:latin typeface="Calibri"/>
                <a:cs typeface="Calibri"/>
              </a:rPr>
              <a:t>: </a:t>
            </a:r>
            <a:r>
              <a:rPr lang="en-IN" sz="2400" dirty="0" err="1">
                <a:latin typeface="Calibri"/>
                <a:cs typeface="Calibri"/>
              </a:rPr>
              <a:t>D</a:t>
            </a:r>
            <a:r>
              <a:rPr lang="en-IN" sz="2400" b="0" dirty="0" err="1">
                <a:latin typeface="Calibri"/>
                <a:cs typeface="Calibri"/>
              </a:rPr>
              <a:t>r.</a:t>
            </a:r>
            <a:r>
              <a:rPr lang="en-IN" sz="2400" b="0" dirty="0">
                <a:latin typeface="Calibri"/>
                <a:cs typeface="Calibri"/>
              </a:rPr>
              <a:t> </a:t>
            </a:r>
            <a:r>
              <a:rPr lang="en-IN" sz="2400" b="0" spc="-20" dirty="0"/>
              <a:t>Megha Sinha</a:t>
            </a:r>
            <a:endParaRPr sz="2400" b="0" spc="-10" dirty="0">
              <a:latin typeface="Calibri"/>
              <a:cs typeface="Calibri"/>
            </a:endParaRPr>
          </a:p>
          <a:p>
            <a:pPr marL="12700">
              <a:lnSpc>
                <a:spcPct val="100000"/>
              </a:lnSpc>
              <a:spcBef>
                <a:spcPts val="1080"/>
              </a:spcBef>
            </a:pPr>
            <a:r>
              <a:rPr sz="2400" b="1" dirty="0">
                <a:latin typeface="Calibri"/>
                <a:cs typeface="Calibri"/>
              </a:rPr>
              <a:t>Group</a:t>
            </a:r>
            <a:r>
              <a:rPr sz="2400" b="1" spc="-50" dirty="0">
                <a:latin typeface="Calibri"/>
                <a:cs typeface="Calibri"/>
              </a:rPr>
              <a:t> </a:t>
            </a:r>
            <a:r>
              <a:rPr sz="2400" b="1" dirty="0">
                <a:latin typeface="Calibri"/>
                <a:cs typeface="Calibri"/>
              </a:rPr>
              <a:t>Members</a:t>
            </a:r>
            <a:r>
              <a:rPr sz="2400" b="1" spc="-40" dirty="0">
                <a:latin typeface="Calibri"/>
                <a:cs typeface="Calibri"/>
              </a:rPr>
              <a:t> </a:t>
            </a:r>
            <a:r>
              <a:rPr sz="2400" b="0" dirty="0">
                <a:latin typeface="Calibri"/>
                <a:cs typeface="Calibri"/>
              </a:rPr>
              <a:t>:</a:t>
            </a:r>
            <a:r>
              <a:rPr sz="2400" b="0" spc="-45" dirty="0">
                <a:latin typeface="Calibri"/>
                <a:cs typeface="Calibri"/>
              </a:rPr>
              <a:t> </a:t>
            </a:r>
            <a:r>
              <a:rPr lang="en-IN" sz="2400" b="0" spc="-45" dirty="0"/>
              <a:t>Naman Kumar</a:t>
            </a:r>
            <a:r>
              <a:rPr sz="2400" b="0" spc="-55" dirty="0">
                <a:latin typeface="Calibri"/>
                <a:cs typeface="Calibri"/>
              </a:rPr>
              <a:t> </a:t>
            </a:r>
            <a:r>
              <a:rPr sz="2400" b="0" spc="-10" dirty="0">
                <a:latin typeface="Calibri"/>
                <a:cs typeface="Calibri"/>
              </a:rPr>
              <a:t>(SBU2</a:t>
            </a:r>
            <a:r>
              <a:rPr lang="en-IN" sz="2400" b="0" spc="-10" dirty="0">
                <a:latin typeface="Calibri"/>
                <a:cs typeface="Calibri"/>
              </a:rPr>
              <a:t>11326</a:t>
            </a:r>
            <a:r>
              <a:rPr sz="2400" b="0" spc="-10" dirty="0">
                <a:latin typeface="Calibri"/>
                <a:cs typeface="Calibri"/>
              </a:rPr>
              <a:t>)</a:t>
            </a:r>
          </a:p>
          <a:p>
            <a:pPr marL="1379855" indent="0">
              <a:lnSpc>
                <a:spcPct val="100000"/>
              </a:lnSpc>
              <a:spcBef>
                <a:spcPts val="1080"/>
              </a:spcBef>
              <a:buNone/>
            </a:pPr>
            <a:r>
              <a:rPr lang="en-IN" sz="2400" b="0" spc="-10" dirty="0"/>
              <a:t>             Indranil Nandy</a:t>
            </a:r>
            <a:r>
              <a:rPr sz="2400" b="0" spc="-40" dirty="0">
                <a:latin typeface="Calibri"/>
                <a:cs typeface="Calibri"/>
              </a:rPr>
              <a:t> </a:t>
            </a:r>
            <a:r>
              <a:rPr sz="2400" b="0" spc="-10" dirty="0">
                <a:latin typeface="Calibri"/>
                <a:cs typeface="Calibri"/>
              </a:rPr>
              <a:t>(SBU2</a:t>
            </a:r>
            <a:r>
              <a:rPr lang="en-IN" sz="2400" b="0" spc="-10" dirty="0">
                <a:latin typeface="Calibri"/>
                <a:cs typeface="Calibri"/>
              </a:rPr>
              <a:t>10309</a:t>
            </a:r>
            <a:r>
              <a:rPr sz="2400" b="0" spc="-10" dirty="0">
                <a:latin typeface="Calibri"/>
                <a:cs typeface="Calibri"/>
              </a:rPr>
              <a:t>)</a:t>
            </a: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1000"/>
                                        <p:tgtEl>
                                          <p:spTgt spid="3">
                                            <p:txEl>
                                              <p:pRg st="0" end="0"/>
                                            </p:txEl>
                                          </p:spTgt>
                                        </p:tgtEl>
                                      </p:cBhvr>
                                    </p:animEffect>
                                    <p:anim calcmode="lin" valueType="num">
                                      <p:cBhvr>
                                        <p:cTn id="13"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Effect transition="in" filter="fade">
                                      <p:cBhvr>
                                        <p:cTn id="19" dur="1000"/>
                                        <p:tgtEl>
                                          <p:spTgt spid="3">
                                            <p:txEl>
                                              <p:pRg st="1" end="1"/>
                                            </p:txEl>
                                          </p:spTgt>
                                        </p:tgtEl>
                                      </p:cBhvr>
                                    </p:animEffect>
                                    <p:anim calcmode="lin" valueType="num">
                                      <p:cBhvr>
                                        <p:cTn id="20"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3">
                                            <p:txEl>
                                              <p:pRg st="2" end="2"/>
                                            </p:txEl>
                                          </p:spTgt>
                                        </p:tgtEl>
                                        <p:attrNameLst>
                                          <p:attrName>style.visibility</p:attrName>
                                        </p:attrNameLst>
                                      </p:cBhvr>
                                      <p:to>
                                        <p:strVal val="visible"/>
                                      </p:to>
                                    </p:set>
                                    <p:animEffect transition="in" filter="fade">
                                      <p:cBhvr>
                                        <p:cTn id="26" dur="1000"/>
                                        <p:tgtEl>
                                          <p:spTgt spid="3">
                                            <p:txEl>
                                              <p:pRg st="2" end="2"/>
                                            </p:txEl>
                                          </p:spTgt>
                                        </p:tgtEl>
                                      </p:cBhvr>
                                    </p:animEffect>
                                    <p:anim calcmode="lin" valueType="num">
                                      <p:cBhvr>
                                        <p:cTn id="27"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8"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grpId="0" nodeType="clickEffect">
                                  <p:stCondLst>
                                    <p:cond delay="0"/>
                                  </p:stCondLst>
                                  <p:childTnLst>
                                    <p:set>
                                      <p:cBhvr>
                                        <p:cTn id="32" dur="1" fill="hold">
                                          <p:stCondLst>
                                            <p:cond delay="0"/>
                                          </p:stCondLst>
                                        </p:cTn>
                                        <p:tgtEl>
                                          <p:spTgt spid="3">
                                            <p:txEl>
                                              <p:pRg st="3" end="3"/>
                                            </p:txEl>
                                          </p:spTgt>
                                        </p:tgtEl>
                                        <p:attrNameLst>
                                          <p:attrName>style.visibility</p:attrName>
                                        </p:attrNameLst>
                                      </p:cBhvr>
                                      <p:to>
                                        <p:strVal val="visible"/>
                                      </p:to>
                                    </p:set>
                                    <p:animEffect transition="in" filter="fade">
                                      <p:cBhvr>
                                        <p:cTn id="33" dur="1000"/>
                                        <p:tgtEl>
                                          <p:spTgt spid="3">
                                            <p:txEl>
                                              <p:pRg st="3" end="3"/>
                                            </p:txEl>
                                          </p:spTgt>
                                        </p:tgtEl>
                                      </p:cBhvr>
                                    </p:animEffect>
                                    <p:anim calcmode="lin" valueType="num">
                                      <p:cBhvr>
                                        <p:cTn id="34"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5"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grpId="0" nodeType="clickEffect">
                                  <p:stCondLst>
                                    <p:cond delay="0"/>
                                  </p:stCondLst>
                                  <p:childTnLst>
                                    <p:set>
                                      <p:cBhvr>
                                        <p:cTn id="39" dur="1" fill="hold">
                                          <p:stCondLst>
                                            <p:cond delay="0"/>
                                          </p:stCondLst>
                                        </p:cTn>
                                        <p:tgtEl>
                                          <p:spTgt spid="3">
                                            <p:txEl>
                                              <p:pRg st="5" end="5"/>
                                            </p:txEl>
                                          </p:spTgt>
                                        </p:tgtEl>
                                        <p:attrNameLst>
                                          <p:attrName>style.visibility</p:attrName>
                                        </p:attrNameLst>
                                      </p:cBhvr>
                                      <p:to>
                                        <p:strVal val="visible"/>
                                      </p:to>
                                    </p:set>
                                    <p:animEffect transition="in" filter="fade">
                                      <p:cBhvr>
                                        <p:cTn id="40" dur="1000"/>
                                        <p:tgtEl>
                                          <p:spTgt spid="3">
                                            <p:txEl>
                                              <p:pRg st="5" end="5"/>
                                            </p:txEl>
                                          </p:spTgt>
                                        </p:tgtEl>
                                      </p:cBhvr>
                                    </p:animEffect>
                                    <p:anim calcmode="lin" valueType="num">
                                      <p:cBhvr>
                                        <p:cTn id="41"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2"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42" presetClass="entr" presetSubtype="0" fill="hold" grpId="0" nodeType="clickEffect">
                                  <p:stCondLst>
                                    <p:cond delay="0"/>
                                  </p:stCondLst>
                                  <p:childTnLst>
                                    <p:set>
                                      <p:cBhvr>
                                        <p:cTn id="46" dur="1" fill="hold">
                                          <p:stCondLst>
                                            <p:cond delay="0"/>
                                          </p:stCondLst>
                                        </p:cTn>
                                        <p:tgtEl>
                                          <p:spTgt spid="3">
                                            <p:txEl>
                                              <p:pRg st="6" end="6"/>
                                            </p:txEl>
                                          </p:spTgt>
                                        </p:tgtEl>
                                        <p:attrNameLst>
                                          <p:attrName>style.visibility</p:attrName>
                                        </p:attrNameLst>
                                      </p:cBhvr>
                                      <p:to>
                                        <p:strVal val="visible"/>
                                      </p:to>
                                    </p:set>
                                    <p:animEffect transition="in" filter="fade">
                                      <p:cBhvr>
                                        <p:cTn id="47" dur="1000"/>
                                        <p:tgtEl>
                                          <p:spTgt spid="3">
                                            <p:txEl>
                                              <p:pRg st="6" end="6"/>
                                            </p:txEl>
                                          </p:spTgt>
                                        </p:tgtEl>
                                      </p:cBhvr>
                                    </p:animEffect>
                                    <p:anim calcmode="lin" valueType="num">
                                      <p:cBhvr>
                                        <p:cTn id="48"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49"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42" presetClass="entr" presetSubtype="0" fill="hold" grpId="0" nodeType="clickEffect">
                                  <p:stCondLst>
                                    <p:cond delay="0"/>
                                  </p:stCondLst>
                                  <p:childTnLst>
                                    <p:set>
                                      <p:cBhvr>
                                        <p:cTn id="53" dur="1" fill="hold">
                                          <p:stCondLst>
                                            <p:cond delay="0"/>
                                          </p:stCondLst>
                                        </p:cTn>
                                        <p:tgtEl>
                                          <p:spTgt spid="3">
                                            <p:txEl>
                                              <p:pRg st="7" end="7"/>
                                            </p:txEl>
                                          </p:spTgt>
                                        </p:tgtEl>
                                        <p:attrNameLst>
                                          <p:attrName>style.visibility</p:attrName>
                                        </p:attrNameLst>
                                      </p:cBhvr>
                                      <p:to>
                                        <p:strVal val="visible"/>
                                      </p:to>
                                    </p:set>
                                    <p:animEffect transition="in" filter="fade">
                                      <p:cBhvr>
                                        <p:cTn id="54" dur="1000"/>
                                        <p:tgtEl>
                                          <p:spTgt spid="3">
                                            <p:txEl>
                                              <p:pRg st="7" end="7"/>
                                            </p:txEl>
                                          </p:spTgt>
                                        </p:tgtEl>
                                      </p:cBhvr>
                                    </p:animEffect>
                                    <p:anim calcmode="lin" valueType="num">
                                      <p:cBhvr>
                                        <p:cTn id="55"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56"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42" presetClass="entr" presetSubtype="0" fill="hold" grpId="0" nodeType="clickEffect">
                                  <p:stCondLst>
                                    <p:cond delay="0"/>
                                  </p:stCondLst>
                                  <p:childTnLst>
                                    <p:set>
                                      <p:cBhvr>
                                        <p:cTn id="60" dur="1" fill="hold">
                                          <p:stCondLst>
                                            <p:cond delay="0"/>
                                          </p:stCondLst>
                                        </p:cTn>
                                        <p:tgtEl>
                                          <p:spTgt spid="3">
                                            <p:txEl>
                                              <p:pRg st="8" end="8"/>
                                            </p:txEl>
                                          </p:spTgt>
                                        </p:tgtEl>
                                        <p:attrNameLst>
                                          <p:attrName>style.visibility</p:attrName>
                                        </p:attrNameLst>
                                      </p:cBhvr>
                                      <p:to>
                                        <p:strVal val="visible"/>
                                      </p:to>
                                    </p:set>
                                    <p:animEffect transition="in" filter="fade">
                                      <p:cBhvr>
                                        <p:cTn id="61" dur="1000"/>
                                        <p:tgtEl>
                                          <p:spTgt spid="3">
                                            <p:txEl>
                                              <p:pRg st="8" end="8"/>
                                            </p:txEl>
                                          </p:spTgt>
                                        </p:tgtEl>
                                      </p:cBhvr>
                                    </p:animEffect>
                                    <p:anim calcmode="lin" valueType="num">
                                      <p:cBhvr>
                                        <p:cTn id="62"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63"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46857" y="2057400"/>
            <a:ext cx="6098286" cy="936154"/>
          </a:xfrm>
          <a:prstGeom prst="rect">
            <a:avLst/>
          </a:prstGeom>
        </p:spPr>
        <p:style>
          <a:lnRef idx="1">
            <a:schemeClr val="accent1"/>
          </a:lnRef>
          <a:fillRef idx="1002">
            <a:schemeClr val="lt2"/>
          </a:fillRef>
          <a:effectRef idx="1">
            <a:schemeClr val="accent1"/>
          </a:effectRef>
          <a:fontRef idx="minor">
            <a:schemeClr val="dk1"/>
          </a:fontRef>
        </p:style>
        <p:txBody>
          <a:bodyPr vert="horz" wrap="square" lIns="0" tIns="12700" rIns="0" bIns="0" rtlCol="0">
            <a:spAutoFit/>
          </a:bodyPr>
          <a:lstStyle/>
          <a:p>
            <a:pPr marL="12700" algn="ctr">
              <a:spcBef>
                <a:spcPts val="100"/>
              </a:spcBef>
            </a:pPr>
            <a:r>
              <a:rPr lang="en-US" sz="600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Tahoma"/>
                <a:cs typeface="Tahoma"/>
              </a:rPr>
              <a:t>THANK YOU</a:t>
            </a:r>
            <a:endParaRPr sz="6000" dirty="0">
              <a:latin typeface="Tahoma"/>
              <a:cs typeface="Tahoma"/>
            </a:endParaRP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docProps/app.xml><?xml version="1.0" encoding="utf-8"?>
<Properties xmlns="http://schemas.openxmlformats.org/officeDocument/2006/extended-properties" xmlns:vt="http://schemas.openxmlformats.org/officeDocument/2006/docPropsVTypes">
  <Template>Gallery</Template>
  <TotalTime>132</TotalTime>
  <Words>515</Words>
  <Application>Microsoft Office PowerPoint</Application>
  <PresentationFormat>Widescreen</PresentationFormat>
  <Paragraphs>81</Paragraphs>
  <Slides>11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Algerian</vt:lpstr>
      <vt:lpstr>Arial</vt:lpstr>
      <vt:lpstr>Calibri</vt:lpstr>
      <vt:lpstr>Gill Sans MT</vt:lpstr>
      <vt:lpstr>Tahoma</vt:lpstr>
      <vt:lpstr>Wingdings</vt:lpstr>
      <vt:lpstr>Gallery</vt:lpstr>
      <vt:lpstr>ONLINE GROCERY SHOP</vt:lpstr>
      <vt:lpstr>CONTENTS</vt:lpstr>
      <vt:lpstr>INTRODUCTION</vt:lpstr>
      <vt:lpstr>OBJECTIVE</vt:lpstr>
      <vt:lpstr>OUTPUT</vt:lpstr>
      <vt:lpstr>OUTPUT</vt:lpstr>
      <vt:lpstr>OUTPUT</vt:lpstr>
      <vt:lpstr>FUTURE SCOPE OF PROJECT</vt:lpstr>
      <vt:lpstr>LIMITATION</vt:lpstr>
      <vt:lpstr>BIBLIOGRAPHY</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ONLINE MOVIE TICKET BOOKING</dc:title>
  <dc:creator>Shubham Saurabh</dc:creator>
  <cp:lastModifiedBy>Naman kumar</cp:lastModifiedBy>
  <cp:revision>3</cp:revision>
  <dcterms:created xsi:type="dcterms:W3CDTF">2024-04-20T14:37:59Z</dcterms:created>
  <dcterms:modified xsi:type="dcterms:W3CDTF">2024-12-07T13:40:36Z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2023-11-23T00:00:00Z</vt:filetime>
  </property>
  <property fmtid="{D5CDD505-2E9C-101B-9397-08002B2CF9AE}" pid="3" name="Creator">
    <vt:lpwstr>Microsoft® PowerPoint® 2021</vt:lpwstr>
  </property>
  <property fmtid="{D5CDD505-2E9C-101B-9397-08002B2CF9AE}" pid="4" name="LastSaved">
    <vt:filetime>2024-04-20T00:00:00Z</vt:filetime>
  </property>
  <property fmtid="{D5CDD505-2E9C-101B-9397-08002B2CF9AE}" pid="5" name="Producer">
    <vt:lpwstr>Microsoft® PowerPoint® 2021</vt:lpwstr>
  </property>
</Properties>
</file>